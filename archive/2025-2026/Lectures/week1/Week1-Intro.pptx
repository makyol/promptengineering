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5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8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2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26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80" r:id="rId3"/>
    <p:sldId id="281" r:id="rId4"/>
    <p:sldId id="282" r:id="rId5"/>
    <p:sldId id="284" r:id="rId6"/>
    <p:sldId id="279" r:id="rId7"/>
    <p:sldId id="257" r:id="rId8"/>
    <p:sldId id="278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77" r:id="rId21"/>
    <p:sldId id="270" r:id="rId22"/>
    <p:sldId id="276" r:id="rId23"/>
    <p:sldId id="271" r:id="rId24"/>
    <p:sldId id="272" r:id="rId25"/>
    <p:sldId id="273" r:id="rId26"/>
    <p:sldId id="274" r:id="rId27"/>
    <p:sldId id="275" r:id="rId2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86"/>
    <p:restoredTop sz="83425"/>
  </p:normalViewPr>
  <p:slideViewPr>
    <p:cSldViewPr snapToGrid="0" snapToObjects="1">
      <p:cViewPr varScale="1">
        <p:scale>
          <a:sx n="100" d="100"/>
          <a:sy n="100" d="100"/>
        </p:scale>
        <p:origin x="158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9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4" Type="http://schemas.openxmlformats.org/officeDocument/2006/relationships/image" Target="../media/image3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9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132558-2AD8-4A92-B69C-835AB3779CBE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C561B36-20E5-4571-8B3D-C6FE40D4FC2C}">
      <dgm:prSet/>
      <dgm:spPr/>
      <dgm:t>
        <a:bodyPr/>
        <a:lstStyle/>
        <a:p>
          <a:r>
            <a:rPr lang="en-US" dirty="0"/>
            <a:t> </a:t>
          </a:r>
          <a:r>
            <a:rPr lang="en-US" b="1" dirty="0"/>
            <a:t>Week 1:</a:t>
          </a:r>
          <a:r>
            <a:rPr lang="en-US" dirty="0"/>
            <a:t> Introduction to Prompt Engineering</a:t>
          </a:r>
        </a:p>
      </dgm:t>
    </dgm:pt>
    <dgm:pt modelId="{DADB9DC4-601E-499B-8FFC-4BA1ADF2465C}" type="parTrans" cxnId="{1A13BB87-E332-4EE4-9D51-CC5D21D7B1FB}">
      <dgm:prSet/>
      <dgm:spPr/>
      <dgm:t>
        <a:bodyPr/>
        <a:lstStyle/>
        <a:p>
          <a:endParaRPr lang="en-US"/>
        </a:p>
      </dgm:t>
    </dgm:pt>
    <dgm:pt modelId="{2A5864AB-D2CC-408A-8112-6DFEF075FF63}" type="sibTrans" cxnId="{1A13BB87-E332-4EE4-9D51-CC5D21D7B1FB}">
      <dgm:prSet/>
      <dgm:spPr/>
      <dgm:t>
        <a:bodyPr/>
        <a:lstStyle/>
        <a:p>
          <a:endParaRPr lang="en-US"/>
        </a:p>
      </dgm:t>
    </dgm:pt>
    <dgm:pt modelId="{AB198628-3FA1-4AED-B46B-AE41AFE61311}">
      <dgm:prSet/>
      <dgm:spPr/>
      <dgm:t>
        <a:bodyPr/>
        <a:lstStyle/>
        <a:p>
          <a:r>
            <a:rPr lang="en-US" b="1"/>
            <a:t>Week 2:</a:t>
          </a:r>
          <a:r>
            <a:rPr lang="en-US"/>
            <a:t> How LLMs Work (Non-Technical Overview)</a:t>
          </a:r>
        </a:p>
      </dgm:t>
    </dgm:pt>
    <dgm:pt modelId="{7D326284-9801-4879-BD83-3C38C057EDB4}" type="parTrans" cxnId="{BA808EAE-8F63-44E3-B8E7-89917D06CFE1}">
      <dgm:prSet/>
      <dgm:spPr/>
      <dgm:t>
        <a:bodyPr/>
        <a:lstStyle/>
        <a:p>
          <a:endParaRPr lang="en-US"/>
        </a:p>
      </dgm:t>
    </dgm:pt>
    <dgm:pt modelId="{FBF26B7E-876F-48C6-8E0E-F0DDE1A64C89}" type="sibTrans" cxnId="{BA808EAE-8F63-44E3-B8E7-89917D06CFE1}">
      <dgm:prSet/>
      <dgm:spPr/>
      <dgm:t>
        <a:bodyPr/>
        <a:lstStyle/>
        <a:p>
          <a:endParaRPr lang="en-US"/>
        </a:p>
      </dgm:t>
    </dgm:pt>
    <dgm:pt modelId="{D92B54FC-961E-4093-A748-CC415FF95FA6}">
      <dgm:prSet/>
      <dgm:spPr/>
      <dgm:t>
        <a:bodyPr/>
        <a:lstStyle/>
        <a:p>
          <a:r>
            <a:rPr lang="en-US" b="1"/>
            <a:t>Week 3:</a:t>
          </a:r>
          <a:r>
            <a:rPr lang="en-US"/>
            <a:t> Principles of Good Prompt Design</a:t>
          </a:r>
        </a:p>
      </dgm:t>
    </dgm:pt>
    <dgm:pt modelId="{F55AE9FA-4E0B-4BD3-8ACA-F5DCE27CEAE2}" type="parTrans" cxnId="{E4D2D180-BFC9-4339-BD01-3F0FAFF0CF6A}">
      <dgm:prSet/>
      <dgm:spPr/>
      <dgm:t>
        <a:bodyPr/>
        <a:lstStyle/>
        <a:p>
          <a:endParaRPr lang="en-US"/>
        </a:p>
      </dgm:t>
    </dgm:pt>
    <dgm:pt modelId="{989D1DE9-3FC2-46A7-AF4A-A5BB55AFC0DD}" type="sibTrans" cxnId="{E4D2D180-BFC9-4339-BD01-3F0FAFF0CF6A}">
      <dgm:prSet/>
      <dgm:spPr/>
      <dgm:t>
        <a:bodyPr/>
        <a:lstStyle/>
        <a:p>
          <a:endParaRPr lang="en-US"/>
        </a:p>
      </dgm:t>
    </dgm:pt>
    <dgm:pt modelId="{A84579C9-DE98-48D7-B137-FC5B0152FDDC}">
      <dgm:prSet/>
      <dgm:spPr/>
      <dgm:t>
        <a:bodyPr/>
        <a:lstStyle/>
        <a:p>
          <a:r>
            <a:rPr lang="en-US" b="1"/>
            <a:t>Week 4:</a:t>
          </a:r>
          <a:r>
            <a:rPr lang="en-US"/>
            <a:t> Prompt Patterns &amp; Frameworks</a:t>
          </a:r>
        </a:p>
      </dgm:t>
    </dgm:pt>
    <dgm:pt modelId="{1663F0A4-B310-4DC2-BC09-662DB8FF12C0}" type="parTrans" cxnId="{D5617775-360A-488A-8B40-664C9B0E2D52}">
      <dgm:prSet/>
      <dgm:spPr/>
      <dgm:t>
        <a:bodyPr/>
        <a:lstStyle/>
        <a:p>
          <a:endParaRPr lang="en-US"/>
        </a:p>
      </dgm:t>
    </dgm:pt>
    <dgm:pt modelId="{47E44242-1638-42CE-BC05-F1A063EEC268}" type="sibTrans" cxnId="{D5617775-360A-488A-8B40-664C9B0E2D52}">
      <dgm:prSet/>
      <dgm:spPr/>
      <dgm:t>
        <a:bodyPr/>
        <a:lstStyle/>
        <a:p>
          <a:endParaRPr lang="en-US"/>
        </a:p>
      </dgm:t>
    </dgm:pt>
    <dgm:pt modelId="{63C07FB1-177A-49F5-BE59-B579832CA846}">
      <dgm:prSet/>
      <dgm:spPr/>
      <dgm:t>
        <a:bodyPr/>
        <a:lstStyle/>
        <a:p>
          <a:r>
            <a:rPr lang="en-US" b="1"/>
            <a:t>Week 5:</a:t>
          </a:r>
          <a:r>
            <a:rPr lang="en-US"/>
            <a:t> Controlling Style, Tone, and Format</a:t>
          </a:r>
        </a:p>
      </dgm:t>
    </dgm:pt>
    <dgm:pt modelId="{1D9FEC0D-2B28-4C22-A664-CB26221F3873}" type="parTrans" cxnId="{F1999CA3-AAA2-46AD-9610-21289633531F}">
      <dgm:prSet/>
      <dgm:spPr/>
      <dgm:t>
        <a:bodyPr/>
        <a:lstStyle/>
        <a:p>
          <a:endParaRPr lang="en-US"/>
        </a:p>
      </dgm:t>
    </dgm:pt>
    <dgm:pt modelId="{AE1FC743-369C-4CF2-8F79-AB852302C706}" type="sibTrans" cxnId="{F1999CA3-AAA2-46AD-9610-21289633531F}">
      <dgm:prSet/>
      <dgm:spPr/>
      <dgm:t>
        <a:bodyPr/>
        <a:lstStyle/>
        <a:p>
          <a:endParaRPr lang="en-US"/>
        </a:p>
      </dgm:t>
    </dgm:pt>
    <dgm:pt modelId="{CCAE4FAE-8539-46FC-90B8-01AC4ADB76A4}">
      <dgm:prSet/>
      <dgm:spPr/>
      <dgm:t>
        <a:bodyPr/>
        <a:lstStyle/>
        <a:p>
          <a:r>
            <a:rPr lang="en-US" b="1"/>
            <a:t>Week 6:</a:t>
          </a:r>
          <a:r>
            <a:rPr lang="en-US"/>
            <a:t> Iterative Prompt Refinement</a:t>
          </a:r>
        </a:p>
      </dgm:t>
    </dgm:pt>
    <dgm:pt modelId="{45B451C6-9942-4482-9D53-80974E2A2838}" type="parTrans" cxnId="{87706933-EF30-41C2-8FAC-3E652A5497C3}">
      <dgm:prSet/>
      <dgm:spPr/>
      <dgm:t>
        <a:bodyPr/>
        <a:lstStyle/>
        <a:p>
          <a:endParaRPr lang="en-US"/>
        </a:p>
      </dgm:t>
    </dgm:pt>
    <dgm:pt modelId="{29410B9A-137F-436F-923F-E67F17A07D93}" type="sibTrans" cxnId="{87706933-EF30-41C2-8FAC-3E652A5497C3}">
      <dgm:prSet/>
      <dgm:spPr/>
      <dgm:t>
        <a:bodyPr/>
        <a:lstStyle/>
        <a:p>
          <a:endParaRPr lang="en-US"/>
        </a:p>
      </dgm:t>
    </dgm:pt>
    <dgm:pt modelId="{D6B237A6-F3D4-489C-A4E3-CC837A4806E5}">
      <dgm:prSet/>
      <dgm:spPr/>
      <dgm:t>
        <a:bodyPr/>
        <a:lstStyle/>
        <a:p>
          <a:r>
            <a:rPr lang="en-US" b="1"/>
            <a:t>Week 7:</a:t>
          </a:r>
          <a:r>
            <a:rPr lang="en-US"/>
            <a:t> Mid-Semester Review</a:t>
          </a:r>
        </a:p>
      </dgm:t>
    </dgm:pt>
    <dgm:pt modelId="{081B71DA-8F07-458B-B933-C9FC45D11267}" type="parTrans" cxnId="{C98AD7A0-4C7A-494A-9EA3-E74A0CD0347E}">
      <dgm:prSet/>
      <dgm:spPr/>
      <dgm:t>
        <a:bodyPr/>
        <a:lstStyle/>
        <a:p>
          <a:endParaRPr lang="en-US"/>
        </a:p>
      </dgm:t>
    </dgm:pt>
    <dgm:pt modelId="{265A3AC0-E38B-444D-BD15-08EB60082712}" type="sibTrans" cxnId="{C98AD7A0-4C7A-494A-9EA3-E74A0CD0347E}">
      <dgm:prSet/>
      <dgm:spPr/>
      <dgm:t>
        <a:bodyPr/>
        <a:lstStyle/>
        <a:p>
          <a:endParaRPr lang="en-US"/>
        </a:p>
      </dgm:t>
    </dgm:pt>
    <dgm:pt modelId="{CE7B4E8E-1761-4665-BA0E-D064BD5304EC}">
      <dgm:prSet/>
      <dgm:spPr/>
      <dgm:t>
        <a:bodyPr/>
        <a:lstStyle/>
        <a:p>
          <a:r>
            <a:rPr lang="en-US" b="1"/>
            <a:t>Week 8:</a:t>
          </a:r>
          <a:r>
            <a:rPr lang="en-US"/>
            <a:t> Evaluating AI Outputs</a:t>
          </a:r>
        </a:p>
      </dgm:t>
    </dgm:pt>
    <dgm:pt modelId="{BA04BB50-ED87-4EDC-8533-C5A125E4F154}" type="parTrans" cxnId="{6B286FC9-714D-41AC-9E35-29345D5C8C37}">
      <dgm:prSet/>
      <dgm:spPr/>
      <dgm:t>
        <a:bodyPr/>
        <a:lstStyle/>
        <a:p>
          <a:endParaRPr lang="en-US"/>
        </a:p>
      </dgm:t>
    </dgm:pt>
    <dgm:pt modelId="{3AF2CBCD-21ED-4486-9723-B06D124B28E3}" type="sibTrans" cxnId="{6B286FC9-714D-41AC-9E35-29345D5C8C37}">
      <dgm:prSet/>
      <dgm:spPr/>
      <dgm:t>
        <a:bodyPr/>
        <a:lstStyle/>
        <a:p>
          <a:endParaRPr lang="en-US"/>
        </a:p>
      </dgm:t>
    </dgm:pt>
    <dgm:pt modelId="{B9AB0662-F16A-4A36-A5FA-061EA73B424C}">
      <dgm:prSet/>
      <dgm:spPr/>
      <dgm:t>
        <a:bodyPr/>
        <a:lstStyle/>
        <a:p>
          <a:r>
            <a:rPr lang="en-US" b="1"/>
            <a:t>Week 9:</a:t>
          </a:r>
          <a:r>
            <a:rPr lang="en-US"/>
            <a:t> Multimodal Prompting</a:t>
          </a:r>
        </a:p>
      </dgm:t>
    </dgm:pt>
    <dgm:pt modelId="{ED407BFC-3277-44E3-84E8-7903C5840297}" type="parTrans" cxnId="{721CB3F0-9484-47AA-8C37-CFA4F419C414}">
      <dgm:prSet/>
      <dgm:spPr/>
      <dgm:t>
        <a:bodyPr/>
        <a:lstStyle/>
        <a:p>
          <a:endParaRPr lang="en-US"/>
        </a:p>
      </dgm:t>
    </dgm:pt>
    <dgm:pt modelId="{27A769E4-0992-41FF-8F95-C808643BEE0D}" type="sibTrans" cxnId="{721CB3F0-9484-47AA-8C37-CFA4F419C414}">
      <dgm:prSet/>
      <dgm:spPr/>
      <dgm:t>
        <a:bodyPr/>
        <a:lstStyle/>
        <a:p>
          <a:endParaRPr lang="en-US"/>
        </a:p>
      </dgm:t>
    </dgm:pt>
    <dgm:pt modelId="{F1DDE7BF-C0EA-405A-87F3-EEA7FE29069F}">
      <dgm:prSet/>
      <dgm:spPr/>
      <dgm:t>
        <a:bodyPr/>
        <a:lstStyle/>
        <a:p>
          <a:r>
            <a:rPr lang="en-US" b="1"/>
            <a:t>Week 10:</a:t>
          </a:r>
          <a:r>
            <a:rPr lang="en-US"/>
            <a:t> Prompting for Complex Problem Solving</a:t>
          </a:r>
        </a:p>
      </dgm:t>
    </dgm:pt>
    <dgm:pt modelId="{E28D2320-A904-413F-A9BD-770CB39547EB}" type="parTrans" cxnId="{2B45B1A7-D36A-4F65-8AD1-73EE4E8D9C41}">
      <dgm:prSet/>
      <dgm:spPr/>
      <dgm:t>
        <a:bodyPr/>
        <a:lstStyle/>
        <a:p>
          <a:endParaRPr lang="en-US"/>
        </a:p>
      </dgm:t>
    </dgm:pt>
    <dgm:pt modelId="{A0FC6F1E-D5F7-4742-8A9A-B64B658D1B26}" type="sibTrans" cxnId="{2B45B1A7-D36A-4F65-8AD1-73EE4E8D9C41}">
      <dgm:prSet/>
      <dgm:spPr/>
      <dgm:t>
        <a:bodyPr/>
        <a:lstStyle/>
        <a:p>
          <a:endParaRPr lang="en-US"/>
        </a:p>
      </dgm:t>
    </dgm:pt>
    <dgm:pt modelId="{4932BD21-9C7B-4CF8-8E2A-5465C8B74817}">
      <dgm:prSet/>
      <dgm:spPr/>
      <dgm:t>
        <a:bodyPr/>
        <a:lstStyle/>
        <a:p>
          <a:r>
            <a:rPr lang="en-US" b="1"/>
            <a:t>Week 11:</a:t>
          </a:r>
          <a:r>
            <a:rPr lang="en-US"/>
            <a:t> Domain-Specific Applications</a:t>
          </a:r>
        </a:p>
      </dgm:t>
    </dgm:pt>
    <dgm:pt modelId="{0F4B7EF5-2CAB-4210-993E-61E9FE806977}" type="parTrans" cxnId="{3EE67D5F-94C8-4987-91AC-F988E6DF5712}">
      <dgm:prSet/>
      <dgm:spPr/>
      <dgm:t>
        <a:bodyPr/>
        <a:lstStyle/>
        <a:p>
          <a:endParaRPr lang="en-US"/>
        </a:p>
      </dgm:t>
    </dgm:pt>
    <dgm:pt modelId="{230D9209-E288-4497-8964-CFE56987F679}" type="sibTrans" cxnId="{3EE67D5F-94C8-4987-91AC-F988E6DF5712}">
      <dgm:prSet/>
      <dgm:spPr/>
      <dgm:t>
        <a:bodyPr/>
        <a:lstStyle/>
        <a:p>
          <a:endParaRPr lang="en-US"/>
        </a:p>
      </dgm:t>
    </dgm:pt>
    <dgm:pt modelId="{B9E1A0AE-2173-443B-BF4D-5E7EF5CB406D}">
      <dgm:prSet/>
      <dgm:spPr/>
      <dgm:t>
        <a:bodyPr/>
        <a:lstStyle/>
        <a:p>
          <a:r>
            <a:rPr lang="en-US" b="1"/>
            <a:t>Week 12:</a:t>
          </a:r>
          <a:r>
            <a:rPr lang="en-US"/>
            <a:t> Ethics, Copyright, and Responsible Use</a:t>
          </a:r>
        </a:p>
      </dgm:t>
    </dgm:pt>
    <dgm:pt modelId="{A4B24A26-7989-497E-8262-6B92A4921312}" type="parTrans" cxnId="{05AC9E30-E734-4B9C-B76F-18A7389F368B}">
      <dgm:prSet/>
      <dgm:spPr/>
      <dgm:t>
        <a:bodyPr/>
        <a:lstStyle/>
        <a:p>
          <a:endParaRPr lang="en-US"/>
        </a:p>
      </dgm:t>
    </dgm:pt>
    <dgm:pt modelId="{9C1F652B-D381-41D8-82ED-614978896191}" type="sibTrans" cxnId="{05AC9E30-E734-4B9C-B76F-18A7389F368B}">
      <dgm:prSet/>
      <dgm:spPr/>
      <dgm:t>
        <a:bodyPr/>
        <a:lstStyle/>
        <a:p>
          <a:endParaRPr lang="en-US"/>
        </a:p>
      </dgm:t>
    </dgm:pt>
    <dgm:pt modelId="{22687313-77F3-4083-90F7-7EC0A451A95E}">
      <dgm:prSet/>
      <dgm:spPr/>
      <dgm:t>
        <a:bodyPr/>
        <a:lstStyle/>
        <a:p>
          <a:r>
            <a:rPr lang="en-US" b="1"/>
            <a:t>Week 13:</a:t>
          </a:r>
          <a:r>
            <a:rPr lang="en-US"/>
            <a:t> Emerging Trends in Prompt Engineering</a:t>
          </a:r>
        </a:p>
      </dgm:t>
    </dgm:pt>
    <dgm:pt modelId="{E637BF11-F0A8-4A9A-9A50-319F4B597F84}" type="parTrans" cxnId="{7577B07D-CBAB-4102-8529-C74C05BC2653}">
      <dgm:prSet/>
      <dgm:spPr/>
      <dgm:t>
        <a:bodyPr/>
        <a:lstStyle/>
        <a:p>
          <a:endParaRPr lang="en-US"/>
        </a:p>
      </dgm:t>
    </dgm:pt>
    <dgm:pt modelId="{3BACA467-B8D0-464A-BF5D-204DF06BDC05}" type="sibTrans" cxnId="{7577B07D-CBAB-4102-8529-C74C05BC2653}">
      <dgm:prSet/>
      <dgm:spPr/>
      <dgm:t>
        <a:bodyPr/>
        <a:lstStyle/>
        <a:p>
          <a:endParaRPr lang="en-US"/>
        </a:p>
      </dgm:t>
    </dgm:pt>
    <dgm:pt modelId="{46800ECF-C690-4C6C-AFAD-E93C8397DCA3}">
      <dgm:prSet/>
      <dgm:spPr/>
      <dgm:t>
        <a:bodyPr/>
        <a:lstStyle/>
        <a:p>
          <a:r>
            <a:rPr lang="en-US" b="1"/>
            <a:t>Week 14:</a:t>
          </a:r>
          <a:r>
            <a:rPr lang="en-US"/>
            <a:t> Course Wrap-Up</a:t>
          </a:r>
        </a:p>
      </dgm:t>
    </dgm:pt>
    <dgm:pt modelId="{ED7609DA-351D-4A2E-A5E4-90C03589CB43}" type="parTrans" cxnId="{B81A3E3E-333D-4F93-A4A3-61BA328E43A4}">
      <dgm:prSet/>
      <dgm:spPr/>
      <dgm:t>
        <a:bodyPr/>
        <a:lstStyle/>
        <a:p>
          <a:endParaRPr lang="en-US"/>
        </a:p>
      </dgm:t>
    </dgm:pt>
    <dgm:pt modelId="{17948B2D-5CBA-4235-B75E-8E47FB55D5AD}" type="sibTrans" cxnId="{B81A3E3E-333D-4F93-A4A3-61BA328E43A4}">
      <dgm:prSet/>
      <dgm:spPr/>
      <dgm:t>
        <a:bodyPr/>
        <a:lstStyle/>
        <a:p>
          <a:endParaRPr lang="en-US"/>
        </a:p>
      </dgm:t>
    </dgm:pt>
    <dgm:pt modelId="{1B2C9B83-6C88-244B-98D2-3B83D34695BD}" type="pres">
      <dgm:prSet presAssocID="{D7132558-2AD8-4A92-B69C-835AB3779CBE}" presName="Name0" presStyleCnt="0">
        <dgm:presLayoutVars>
          <dgm:dir/>
          <dgm:resizeHandles val="exact"/>
        </dgm:presLayoutVars>
      </dgm:prSet>
      <dgm:spPr/>
    </dgm:pt>
    <dgm:pt modelId="{ABEBC579-C939-4A4F-8C22-15391A6FB8D9}" type="pres">
      <dgm:prSet presAssocID="{CC561B36-20E5-4571-8B3D-C6FE40D4FC2C}" presName="node" presStyleLbl="node1" presStyleIdx="0" presStyleCnt="14">
        <dgm:presLayoutVars>
          <dgm:bulletEnabled val="1"/>
        </dgm:presLayoutVars>
      </dgm:prSet>
      <dgm:spPr/>
    </dgm:pt>
    <dgm:pt modelId="{71595BFE-AD0A-0B4E-87E9-339FA49CF108}" type="pres">
      <dgm:prSet presAssocID="{2A5864AB-D2CC-408A-8112-6DFEF075FF63}" presName="sibTrans" presStyleLbl="sibTrans1D1" presStyleIdx="0" presStyleCnt="13"/>
      <dgm:spPr/>
    </dgm:pt>
    <dgm:pt modelId="{68850E15-8C63-064F-A6C4-754B0863AB9D}" type="pres">
      <dgm:prSet presAssocID="{2A5864AB-D2CC-408A-8112-6DFEF075FF63}" presName="connectorText" presStyleLbl="sibTrans1D1" presStyleIdx="0" presStyleCnt="13"/>
      <dgm:spPr/>
    </dgm:pt>
    <dgm:pt modelId="{2E776A8E-AF7E-A44F-8317-01B4F660D598}" type="pres">
      <dgm:prSet presAssocID="{AB198628-3FA1-4AED-B46B-AE41AFE61311}" presName="node" presStyleLbl="node1" presStyleIdx="1" presStyleCnt="14">
        <dgm:presLayoutVars>
          <dgm:bulletEnabled val="1"/>
        </dgm:presLayoutVars>
      </dgm:prSet>
      <dgm:spPr/>
    </dgm:pt>
    <dgm:pt modelId="{F88348BC-751C-0D48-A122-718BB75AA9FA}" type="pres">
      <dgm:prSet presAssocID="{FBF26B7E-876F-48C6-8E0E-F0DDE1A64C89}" presName="sibTrans" presStyleLbl="sibTrans1D1" presStyleIdx="1" presStyleCnt="13"/>
      <dgm:spPr/>
    </dgm:pt>
    <dgm:pt modelId="{A8BA273E-1BC1-AF48-BFC4-FA475CB01C96}" type="pres">
      <dgm:prSet presAssocID="{FBF26B7E-876F-48C6-8E0E-F0DDE1A64C89}" presName="connectorText" presStyleLbl="sibTrans1D1" presStyleIdx="1" presStyleCnt="13"/>
      <dgm:spPr/>
    </dgm:pt>
    <dgm:pt modelId="{B13DB379-A4DA-BC48-9593-45EBD2208FDC}" type="pres">
      <dgm:prSet presAssocID="{D92B54FC-961E-4093-A748-CC415FF95FA6}" presName="node" presStyleLbl="node1" presStyleIdx="2" presStyleCnt="14">
        <dgm:presLayoutVars>
          <dgm:bulletEnabled val="1"/>
        </dgm:presLayoutVars>
      </dgm:prSet>
      <dgm:spPr/>
    </dgm:pt>
    <dgm:pt modelId="{1011A26F-FFE9-6F48-9A0A-03DDD12DFB55}" type="pres">
      <dgm:prSet presAssocID="{989D1DE9-3FC2-46A7-AF4A-A5BB55AFC0DD}" presName="sibTrans" presStyleLbl="sibTrans1D1" presStyleIdx="2" presStyleCnt="13"/>
      <dgm:spPr/>
    </dgm:pt>
    <dgm:pt modelId="{07E35644-DAD9-FB42-AE94-25812598319F}" type="pres">
      <dgm:prSet presAssocID="{989D1DE9-3FC2-46A7-AF4A-A5BB55AFC0DD}" presName="connectorText" presStyleLbl="sibTrans1D1" presStyleIdx="2" presStyleCnt="13"/>
      <dgm:spPr/>
    </dgm:pt>
    <dgm:pt modelId="{F6B82FE9-2686-7C49-9989-3425F16B0556}" type="pres">
      <dgm:prSet presAssocID="{A84579C9-DE98-48D7-B137-FC5B0152FDDC}" presName="node" presStyleLbl="node1" presStyleIdx="3" presStyleCnt="14">
        <dgm:presLayoutVars>
          <dgm:bulletEnabled val="1"/>
        </dgm:presLayoutVars>
      </dgm:prSet>
      <dgm:spPr/>
    </dgm:pt>
    <dgm:pt modelId="{77DAB488-6BD5-E642-9E12-18B6B2BFECA8}" type="pres">
      <dgm:prSet presAssocID="{47E44242-1638-42CE-BC05-F1A063EEC268}" presName="sibTrans" presStyleLbl="sibTrans1D1" presStyleIdx="3" presStyleCnt="13"/>
      <dgm:spPr/>
    </dgm:pt>
    <dgm:pt modelId="{099662E8-1A6D-B04F-A39A-5925E9C32AEA}" type="pres">
      <dgm:prSet presAssocID="{47E44242-1638-42CE-BC05-F1A063EEC268}" presName="connectorText" presStyleLbl="sibTrans1D1" presStyleIdx="3" presStyleCnt="13"/>
      <dgm:spPr/>
    </dgm:pt>
    <dgm:pt modelId="{344C88B0-3F91-EB49-BEAE-4FFD27C93474}" type="pres">
      <dgm:prSet presAssocID="{63C07FB1-177A-49F5-BE59-B579832CA846}" presName="node" presStyleLbl="node1" presStyleIdx="4" presStyleCnt="14">
        <dgm:presLayoutVars>
          <dgm:bulletEnabled val="1"/>
        </dgm:presLayoutVars>
      </dgm:prSet>
      <dgm:spPr/>
    </dgm:pt>
    <dgm:pt modelId="{8D68DD02-E8EB-3E4E-BC9D-4E9E19C81EC4}" type="pres">
      <dgm:prSet presAssocID="{AE1FC743-369C-4CF2-8F79-AB852302C706}" presName="sibTrans" presStyleLbl="sibTrans1D1" presStyleIdx="4" presStyleCnt="13"/>
      <dgm:spPr/>
    </dgm:pt>
    <dgm:pt modelId="{FD8F2991-DC6C-5147-A392-E1830BB61910}" type="pres">
      <dgm:prSet presAssocID="{AE1FC743-369C-4CF2-8F79-AB852302C706}" presName="connectorText" presStyleLbl="sibTrans1D1" presStyleIdx="4" presStyleCnt="13"/>
      <dgm:spPr/>
    </dgm:pt>
    <dgm:pt modelId="{BF46004F-141A-864A-AFAB-F192DD58C37D}" type="pres">
      <dgm:prSet presAssocID="{CCAE4FAE-8539-46FC-90B8-01AC4ADB76A4}" presName="node" presStyleLbl="node1" presStyleIdx="5" presStyleCnt="14">
        <dgm:presLayoutVars>
          <dgm:bulletEnabled val="1"/>
        </dgm:presLayoutVars>
      </dgm:prSet>
      <dgm:spPr/>
    </dgm:pt>
    <dgm:pt modelId="{EBB9BB0E-0C0C-8F4D-9B1E-DBB355D49FD6}" type="pres">
      <dgm:prSet presAssocID="{29410B9A-137F-436F-923F-E67F17A07D93}" presName="sibTrans" presStyleLbl="sibTrans1D1" presStyleIdx="5" presStyleCnt="13"/>
      <dgm:spPr/>
    </dgm:pt>
    <dgm:pt modelId="{7BAF33A9-59BE-834A-9C05-952ECF17228F}" type="pres">
      <dgm:prSet presAssocID="{29410B9A-137F-436F-923F-E67F17A07D93}" presName="connectorText" presStyleLbl="sibTrans1D1" presStyleIdx="5" presStyleCnt="13"/>
      <dgm:spPr/>
    </dgm:pt>
    <dgm:pt modelId="{1D9FF4FE-5030-D940-BD8E-7D40AD9C3223}" type="pres">
      <dgm:prSet presAssocID="{D6B237A6-F3D4-489C-A4E3-CC837A4806E5}" presName="node" presStyleLbl="node1" presStyleIdx="6" presStyleCnt="14">
        <dgm:presLayoutVars>
          <dgm:bulletEnabled val="1"/>
        </dgm:presLayoutVars>
      </dgm:prSet>
      <dgm:spPr/>
    </dgm:pt>
    <dgm:pt modelId="{11143A1C-F863-8348-B1C4-1CCA94BDE963}" type="pres">
      <dgm:prSet presAssocID="{265A3AC0-E38B-444D-BD15-08EB60082712}" presName="sibTrans" presStyleLbl="sibTrans1D1" presStyleIdx="6" presStyleCnt="13"/>
      <dgm:spPr/>
    </dgm:pt>
    <dgm:pt modelId="{B7A2B000-86B0-3A4D-8E97-5165AF62B229}" type="pres">
      <dgm:prSet presAssocID="{265A3AC0-E38B-444D-BD15-08EB60082712}" presName="connectorText" presStyleLbl="sibTrans1D1" presStyleIdx="6" presStyleCnt="13"/>
      <dgm:spPr/>
    </dgm:pt>
    <dgm:pt modelId="{ED3898E5-831F-3446-9C1A-C7FE5199E228}" type="pres">
      <dgm:prSet presAssocID="{CE7B4E8E-1761-4665-BA0E-D064BD5304EC}" presName="node" presStyleLbl="node1" presStyleIdx="7" presStyleCnt="14">
        <dgm:presLayoutVars>
          <dgm:bulletEnabled val="1"/>
        </dgm:presLayoutVars>
      </dgm:prSet>
      <dgm:spPr/>
    </dgm:pt>
    <dgm:pt modelId="{AB15DEBC-33B8-CD47-9836-B1B403914441}" type="pres">
      <dgm:prSet presAssocID="{3AF2CBCD-21ED-4486-9723-B06D124B28E3}" presName="sibTrans" presStyleLbl="sibTrans1D1" presStyleIdx="7" presStyleCnt="13"/>
      <dgm:spPr/>
    </dgm:pt>
    <dgm:pt modelId="{7DC362EE-6B07-DC4C-B759-E9983BF4F4B7}" type="pres">
      <dgm:prSet presAssocID="{3AF2CBCD-21ED-4486-9723-B06D124B28E3}" presName="connectorText" presStyleLbl="sibTrans1D1" presStyleIdx="7" presStyleCnt="13"/>
      <dgm:spPr/>
    </dgm:pt>
    <dgm:pt modelId="{66E4DA73-BE43-5C4C-8F32-A76CDA5D684C}" type="pres">
      <dgm:prSet presAssocID="{B9AB0662-F16A-4A36-A5FA-061EA73B424C}" presName="node" presStyleLbl="node1" presStyleIdx="8" presStyleCnt="14">
        <dgm:presLayoutVars>
          <dgm:bulletEnabled val="1"/>
        </dgm:presLayoutVars>
      </dgm:prSet>
      <dgm:spPr/>
    </dgm:pt>
    <dgm:pt modelId="{52C18CDC-895B-D046-8DAD-7A5071F30C31}" type="pres">
      <dgm:prSet presAssocID="{27A769E4-0992-41FF-8F95-C808643BEE0D}" presName="sibTrans" presStyleLbl="sibTrans1D1" presStyleIdx="8" presStyleCnt="13"/>
      <dgm:spPr/>
    </dgm:pt>
    <dgm:pt modelId="{58D61049-F168-C94A-BA94-2F8BBC2A5747}" type="pres">
      <dgm:prSet presAssocID="{27A769E4-0992-41FF-8F95-C808643BEE0D}" presName="connectorText" presStyleLbl="sibTrans1D1" presStyleIdx="8" presStyleCnt="13"/>
      <dgm:spPr/>
    </dgm:pt>
    <dgm:pt modelId="{02DA9063-5D92-964F-9E56-4E0BDAEADB99}" type="pres">
      <dgm:prSet presAssocID="{F1DDE7BF-C0EA-405A-87F3-EEA7FE29069F}" presName="node" presStyleLbl="node1" presStyleIdx="9" presStyleCnt="14">
        <dgm:presLayoutVars>
          <dgm:bulletEnabled val="1"/>
        </dgm:presLayoutVars>
      </dgm:prSet>
      <dgm:spPr/>
    </dgm:pt>
    <dgm:pt modelId="{C1AD6D0A-219A-A240-B8AC-EB6D6748D183}" type="pres">
      <dgm:prSet presAssocID="{A0FC6F1E-D5F7-4742-8A9A-B64B658D1B26}" presName="sibTrans" presStyleLbl="sibTrans1D1" presStyleIdx="9" presStyleCnt="13"/>
      <dgm:spPr/>
    </dgm:pt>
    <dgm:pt modelId="{620A643E-F77A-774C-A9E9-1137C5AA4245}" type="pres">
      <dgm:prSet presAssocID="{A0FC6F1E-D5F7-4742-8A9A-B64B658D1B26}" presName="connectorText" presStyleLbl="sibTrans1D1" presStyleIdx="9" presStyleCnt="13"/>
      <dgm:spPr/>
    </dgm:pt>
    <dgm:pt modelId="{108B7203-B7AA-E44B-A324-AC88082D8D75}" type="pres">
      <dgm:prSet presAssocID="{4932BD21-9C7B-4CF8-8E2A-5465C8B74817}" presName="node" presStyleLbl="node1" presStyleIdx="10" presStyleCnt="14">
        <dgm:presLayoutVars>
          <dgm:bulletEnabled val="1"/>
        </dgm:presLayoutVars>
      </dgm:prSet>
      <dgm:spPr/>
    </dgm:pt>
    <dgm:pt modelId="{DBA97BB4-D665-BF46-A3B5-32ADCD9E215C}" type="pres">
      <dgm:prSet presAssocID="{230D9209-E288-4497-8964-CFE56987F679}" presName="sibTrans" presStyleLbl="sibTrans1D1" presStyleIdx="10" presStyleCnt="13"/>
      <dgm:spPr/>
    </dgm:pt>
    <dgm:pt modelId="{D9D37610-9D39-6449-B60E-F28178EFDCE8}" type="pres">
      <dgm:prSet presAssocID="{230D9209-E288-4497-8964-CFE56987F679}" presName="connectorText" presStyleLbl="sibTrans1D1" presStyleIdx="10" presStyleCnt="13"/>
      <dgm:spPr/>
    </dgm:pt>
    <dgm:pt modelId="{8D5CF6D1-5634-3D40-84C9-1E070315CC47}" type="pres">
      <dgm:prSet presAssocID="{B9E1A0AE-2173-443B-BF4D-5E7EF5CB406D}" presName="node" presStyleLbl="node1" presStyleIdx="11" presStyleCnt="14">
        <dgm:presLayoutVars>
          <dgm:bulletEnabled val="1"/>
        </dgm:presLayoutVars>
      </dgm:prSet>
      <dgm:spPr/>
    </dgm:pt>
    <dgm:pt modelId="{A8A61EA1-7E08-C141-B755-CAED8D18E060}" type="pres">
      <dgm:prSet presAssocID="{9C1F652B-D381-41D8-82ED-614978896191}" presName="sibTrans" presStyleLbl="sibTrans1D1" presStyleIdx="11" presStyleCnt="13"/>
      <dgm:spPr/>
    </dgm:pt>
    <dgm:pt modelId="{38B4A6E2-B157-6142-A258-520B58779A71}" type="pres">
      <dgm:prSet presAssocID="{9C1F652B-D381-41D8-82ED-614978896191}" presName="connectorText" presStyleLbl="sibTrans1D1" presStyleIdx="11" presStyleCnt="13"/>
      <dgm:spPr/>
    </dgm:pt>
    <dgm:pt modelId="{5DC83D98-3C23-6F45-9E2C-2AEE3D2A4ED6}" type="pres">
      <dgm:prSet presAssocID="{22687313-77F3-4083-90F7-7EC0A451A95E}" presName="node" presStyleLbl="node1" presStyleIdx="12" presStyleCnt="14">
        <dgm:presLayoutVars>
          <dgm:bulletEnabled val="1"/>
        </dgm:presLayoutVars>
      </dgm:prSet>
      <dgm:spPr/>
    </dgm:pt>
    <dgm:pt modelId="{A1D7F568-90BC-7041-B015-8CD9BB04C3D2}" type="pres">
      <dgm:prSet presAssocID="{3BACA467-B8D0-464A-BF5D-204DF06BDC05}" presName="sibTrans" presStyleLbl="sibTrans1D1" presStyleIdx="12" presStyleCnt="13"/>
      <dgm:spPr/>
    </dgm:pt>
    <dgm:pt modelId="{C5D7FD67-177C-914B-958D-C63EBA1BC5AC}" type="pres">
      <dgm:prSet presAssocID="{3BACA467-B8D0-464A-BF5D-204DF06BDC05}" presName="connectorText" presStyleLbl="sibTrans1D1" presStyleIdx="12" presStyleCnt="13"/>
      <dgm:spPr/>
    </dgm:pt>
    <dgm:pt modelId="{724EE62D-E870-B847-853F-30D3FB34B2D7}" type="pres">
      <dgm:prSet presAssocID="{46800ECF-C690-4C6C-AFAD-E93C8397DCA3}" presName="node" presStyleLbl="node1" presStyleIdx="13" presStyleCnt="14">
        <dgm:presLayoutVars>
          <dgm:bulletEnabled val="1"/>
        </dgm:presLayoutVars>
      </dgm:prSet>
      <dgm:spPr/>
    </dgm:pt>
  </dgm:ptLst>
  <dgm:cxnLst>
    <dgm:cxn modelId="{F3953100-B47E-6C4F-8492-AE11726154BD}" type="presOf" srcId="{D6B237A6-F3D4-489C-A4E3-CC837A4806E5}" destId="{1D9FF4FE-5030-D940-BD8E-7D40AD9C3223}" srcOrd="0" destOrd="0" presId="urn:microsoft.com/office/officeart/2016/7/layout/RepeatingBendingProcessNew"/>
    <dgm:cxn modelId="{2A7C6807-4F58-0D4E-A10A-492EE02D45CD}" type="presOf" srcId="{230D9209-E288-4497-8964-CFE56987F679}" destId="{DBA97BB4-D665-BF46-A3B5-32ADCD9E215C}" srcOrd="0" destOrd="0" presId="urn:microsoft.com/office/officeart/2016/7/layout/RepeatingBendingProcessNew"/>
    <dgm:cxn modelId="{88D5C709-45E9-AC49-888F-0E6B56A3EE6A}" type="presOf" srcId="{63C07FB1-177A-49F5-BE59-B579832CA846}" destId="{344C88B0-3F91-EB49-BEAE-4FFD27C93474}" srcOrd="0" destOrd="0" presId="urn:microsoft.com/office/officeart/2016/7/layout/RepeatingBendingProcessNew"/>
    <dgm:cxn modelId="{84C9A90C-331D-FF4C-9DD0-E0447A82B0A5}" type="presOf" srcId="{AB198628-3FA1-4AED-B46B-AE41AFE61311}" destId="{2E776A8E-AF7E-A44F-8317-01B4F660D598}" srcOrd="0" destOrd="0" presId="urn:microsoft.com/office/officeart/2016/7/layout/RepeatingBendingProcessNew"/>
    <dgm:cxn modelId="{1576A715-A3FB-A74C-B908-F4326954686E}" type="presOf" srcId="{FBF26B7E-876F-48C6-8E0E-F0DDE1A64C89}" destId="{A8BA273E-1BC1-AF48-BFC4-FA475CB01C96}" srcOrd="1" destOrd="0" presId="urn:microsoft.com/office/officeart/2016/7/layout/RepeatingBendingProcessNew"/>
    <dgm:cxn modelId="{FAB1E921-B6DD-F44D-923C-1344C443CD74}" type="presOf" srcId="{A0FC6F1E-D5F7-4742-8A9A-B64B658D1B26}" destId="{620A643E-F77A-774C-A9E9-1137C5AA4245}" srcOrd="1" destOrd="0" presId="urn:microsoft.com/office/officeart/2016/7/layout/RepeatingBendingProcessNew"/>
    <dgm:cxn modelId="{05AC9E30-E734-4B9C-B76F-18A7389F368B}" srcId="{D7132558-2AD8-4A92-B69C-835AB3779CBE}" destId="{B9E1A0AE-2173-443B-BF4D-5E7EF5CB406D}" srcOrd="11" destOrd="0" parTransId="{A4B24A26-7989-497E-8262-6B92A4921312}" sibTransId="{9C1F652B-D381-41D8-82ED-614978896191}"/>
    <dgm:cxn modelId="{87706933-EF30-41C2-8FAC-3E652A5497C3}" srcId="{D7132558-2AD8-4A92-B69C-835AB3779CBE}" destId="{CCAE4FAE-8539-46FC-90B8-01AC4ADB76A4}" srcOrd="5" destOrd="0" parTransId="{45B451C6-9942-4482-9D53-80974E2A2838}" sibTransId="{29410B9A-137F-436F-923F-E67F17A07D93}"/>
    <dgm:cxn modelId="{E289AC34-CEC1-2542-A768-DF63FC7018C2}" type="presOf" srcId="{F1DDE7BF-C0EA-405A-87F3-EEA7FE29069F}" destId="{02DA9063-5D92-964F-9E56-4E0BDAEADB99}" srcOrd="0" destOrd="0" presId="urn:microsoft.com/office/officeart/2016/7/layout/RepeatingBendingProcessNew"/>
    <dgm:cxn modelId="{76D27139-87E1-C34B-922D-0FECD7F966BE}" type="presOf" srcId="{CCAE4FAE-8539-46FC-90B8-01AC4ADB76A4}" destId="{BF46004F-141A-864A-AFAB-F192DD58C37D}" srcOrd="0" destOrd="0" presId="urn:microsoft.com/office/officeart/2016/7/layout/RepeatingBendingProcessNew"/>
    <dgm:cxn modelId="{B81A3E3E-333D-4F93-A4A3-61BA328E43A4}" srcId="{D7132558-2AD8-4A92-B69C-835AB3779CBE}" destId="{46800ECF-C690-4C6C-AFAD-E93C8397DCA3}" srcOrd="13" destOrd="0" parTransId="{ED7609DA-351D-4A2E-A5E4-90C03589CB43}" sibTransId="{17948B2D-5CBA-4235-B75E-8E47FB55D5AD}"/>
    <dgm:cxn modelId="{510FB350-54E9-F045-81E1-AF478EC9664C}" type="presOf" srcId="{A0FC6F1E-D5F7-4742-8A9A-B64B658D1B26}" destId="{C1AD6D0A-219A-A240-B8AC-EB6D6748D183}" srcOrd="0" destOrd="0" presId="urn:microsoft.com/office/officeart/2016/7/layout/RepeatingBendingProcessNew"/>
    <dgm:cxn modelId="{92AFEA57-7372-C14B-AE28-95B69E1344EA}" type="presOf" srcId="{B9AB0662-F16A-4A36-A5FA-061EA73B424C}" destId="{66E4DA73-BE43-5C4C-8F32-A76CDA5D684C}" srcOrd="0" destOrd="0" presId="urn:microsoft.com/office/officeart/2016/7/layout/RepeatingBendingProcessNew"/>
    <dgm:cxn modelId="{9D87AD58-1879-644C-AED6-F30F9D0D972D}" type="presOf" srcId="{2A5864AB-D2CC-408A-8112-6DFEF075FF63}" destId="{68850E15-8C63-064F-A6C4-754B0863AB9D}" srcOrd="1" destOrd="0" presId="urn:microsoft.com/office/officeart/2016/7/layout/RepeatingBendingProcessNew"/>
    <dgm:cxn modelId="{2C541A59-35D3-8543-98C1-1D3658896DD5}" type="presOf" srcId="{FBF26B7E-876F-48C6-8E0E-F0DDE1A64C89}" destId="{F88348BC-751C-0D48-A122-718BB75AA9FA}" srcOrd="0" destOrd="0" presId="urn:microsoft.com/office/officeart/2016/7/layout/RepeatingBendingProcessNew"/>
    <dgm:cxn modelId="{7425A45B-BB90-AC4D-A73A-54A5F9A14636}" type="presOf" srcId="{A84579C9-DE98-48D7-B137-FC5B0152FDDC}" destId="{F6B82FE9-2686-7C49-9989-3425F16B0556}" srcOrd="0" destOrd="0" presId="urn:microsoft.com/office/officeart/2016/7/layout/RepeatingBendingProcessNew"/>
    <dgm:cxn modelId="{3EE67D5F-94C8-4987-91AC-F988E6DF5712}" srcId="{D7132558-2AD8-4A92-B69C-835AB3779CBE}" destId="{4932BD21-9C7B-4CF8-8E2A-5465C8B74817}" srcOrd="10" destOrd="0" parTransId="{0F4B7EF5-2CAB-4210-993E-61E9FE806977}" sibTransId="{230D9209-E288-4497-8964-CFE56987F679}"/>
    <dgm:cxn modelId="{E5612866-A250-8543-8857-7AD13C4BF3FB}" type="presOf" srcId="{D7132558-2AD8-4A92-B69C-835AB3779CBE}" destId="{1B2C9B83-6C88-244B-98D2-3B83D34695BD}" srcOrd="0" destOrd="0" presId="urn:microsoft.com/office/officeart/2016/7/layout/RepeatingBendingProcessNew"/>
    <dgm:cxn modelId="{833F156C-B127-084C-947C-DC09838F0C5A}" type="presOf" srcId="{29410B9A-137F-436F-923F-E67F17A07D93}" destId="{7BAF33A9-59BE-834A-9C05-952ECF17228F}" srcOrd="1" destOrd="0" presId="urn:microsoft.com/office/officeart/2016/7/layout/RepeatingBendingProcessNew"/>
    <dgm:cxn modelId="{D5617775-360A-488A-8B40-664C9B0E2D52}" srcId="{D7132558-2AD8-4A92-B69C-835AB3779CBE}" destId="{A84579C9-DE98-48D7-B137-FC5B0152FDDC}" srcOrd="3" destOrd="0" parTransId="{1663F0A4-B310-4DC2-BC09-662DB8FF12C0}" sibTransId="{47E44242-1638-42CE-BC05-F1A063EEC268}"/>
    <dgm:cxn modelId="{AFD1A176-877A-644E-9A66-78FC3280CDA9}" type="presOf" srcId="{3AF2CBCD-21ED-4486-9723-B06D124B28E3}" destId="{7DC362EE-6B07-DC4C-B759-E9983BF4F4B7}" srcOrd="1" destOrd="0" presId="urn:microsoft.com/office/officeart/2016/7/layout/RepeatingBendingProcessNew"/>
    <dgm:cxn modelId="{5BF12E78-7190-F348-B03D-BC529BEB45F0}" type="presOf" srcId="{3BACA467-B8D0-464A-BF5D-204DF06BDC05}" destId="{A1D7F568-90BC-7041-B015-8CD9BB04C3D2}" srcOrd="0" destOrd="0" presId="urn:microsoft.com/office/officeart/2016/7/layout/RepeatingBendingProcessNew"/>
    <dgm:cxn modelId="{E447097C-A2E7-F749-9349-8B6C94BBA70C}" type="presOf" srcId="{46800ECF-C690-4C6C-AFAD-E93C8397DCA3}" destId="{724EE62D-E870-B847-853F-30D3FB34B2D7}" srcOrd="0" destOrd="0" presId="urn:microsoft.com/office/officeart/2016/7/layout/RepeatingBendingProcessNew"/>
    <dgm:cxn modelId="{1598E97C-382F-7E49-B330-E685089DE839}" type="presOf" srcId="{4932BD21-9C7B-4CF8-8E2A-5465C8B74817}" destId="{108B7203-B7AA-E44B-A324-AC88082D8D75}" srcOrd="0" destOrd="0" presId="urn:microsoft.com/office/officeart/2016/7/layout/RepeatingBendingProcessNew"/>
    <dgm:cxn modelId="{7577B07D-CBAB-4102-8529-C74C05BC2653}" srcId="{D7132558-2AD8-4A92-B69C-835AB3779CBE}" destId="{22687313-77F3-4083-90F7-7EC0A451A95E}" srcOrd="12" destOrd="0" parTransId="{E637BF11-F0A8-4A9A-9A50-319F4B597F84}" sibTransId="{3BACA467-B8D0-464A-BF5D-204DF06BDC05}"/>
    <dgm:cxn modelId="{DEE1BA7D-C840-A746-B371-AC99F84FEFCE}" type="presOf" srcId="{CC561B36-20E5-4571-8B3D-C6FE40D4FC2C}" destId="{ABEBC579-C939-4A4F-8C22-15391A6FB8D9}" srcOrd="0" destOrd="0" presId="urn:microsoft.com/office/officeart/2016/7/layout/RepeatingBendingProcessNew"/>
    <dgm:cxn modelId="{E4D2D180-BFC9-4339-BD01-3F0FAFF0CF6A}" srcId="{D7132558-2AD8-4A92-B69C-835AB3779CBE}" destId="{D92B54FC-961E-4093-A748-CC415FF95FA6}" srcOrd="2" destOrd="0" parTransId="{F55AE9FA-4E0B-4BD3-8ACA-F5DCE27CEAE2}" sibTransId="{989D1DE9-3FC2-46A7-AF4A-A5BB55AFC0DD}"/>
    <dgm:cxn modelId="{1A13BB87-E332-4EE4-9D51-CC5D21D7B1FB}" srcId="{D7132558-2AD8-4A92-B69C-835AB3779CBE}" destId="{CC561B36-20E5-4571-8B3D-C6FE40D4FC2C}" srcOrd="0" destOrd="0" parTransId="{DADB9DC4-601E-499B-8FFC-4BA1ADF2465C}" sibTransId="{2A5864AB-D2CC-408A-8112-6DFEF075FF63}"/>
    <dgm:cxn modelId="{16F9EC8C-C6F3-284F-AE8A-57977A585E59}" type="presOf" srcId="{230D9209-E288-4497-8964-CFE56987F679}" destId="{D9D37610-9D39-6449-B60E-F28178EFDCE8}" srcOrd="1" destOrd="0" presId="urn:microsoft.com/office/officeart/2016/7/layout/RepeatingBendingProcessNew"/>
    <dgm:cxn modelId="{3A1BCD8D-71A1-9141-90AA-3DCDF6BB4BDF}" type="presOf" srcId="{AE1FC743-369C-4CF2-8F79-AB852302C706}" destId="{8D68DD02-E8EB-3E4E-BC9D-4E9E19C81EC4}" srcOrd="0" destOrd="0" presId="urn:microsoft.com/office/officeart/2016/7/layout/RepeatingBendingProcessNew"/>
    <dgm:cxn modelId="{BFBFD593-9560-5C4B-846E-B49FC4317A49}" type="presOf" srcId="{9C1F652B-D381-41D8-82ED-614978896191}" destId="{38B4A6E2-B157-6142-A258-520B58779A71}" srcOrd="1" destOrd="0" presId="urn:microsoft.com/office/officeart/2016/7/layout/RepeatingBendingProcessNew"/>
    <dgm:cxn modelId="{6A1B4294-3FB7-3548-B995-D403B29777D1}" type="presOf" srcId="{47E44242-1638-42CE-BC05-F1A063EEC268}" destId="{099662E8-1A6D-B04F-A39A-5925E9C32AEA}" srcOrd="1" destOrd="0" presId="urn:microsoft.com/office/officeart/2016/7/layout/RepeatingBendingProcessNew"/>
    <dgm:cxn modelId="{C015E99A-6698-5F4B-A8F6-946585134B3C}" type="presOf" srcId="{27A769E4-0992-41FF-8F95-C808643BEE0D}" destId="{58D61049-F168-C94A-BA94-2F8BBC2A5747}" srcOrd="1" destOrd="0" presId="urn:microsoft.com/office/officeart/2016/7/layout/RepeatingBendingProcessNew"/>
    <dgm:cxn modelId="{C664119B-4C0C-0E4E-A3F8-06D588D9F62B}" type="presOf" srcId="{CE7B4E8E-1761-4665-BA0E-D064BD5304EC}" destId="{ED3898E5-831F-3446-9C1A-C7FE5199E228}" srcOrd="0" destOrd="0" presId="urn:microsoft.com/office/officeart/2016/7/layout/RepeatingBendingProcessNew"/>
    <dgm:cxn modelId="{1B9F829B-0E9C-B246-A84F-704DBDE61A0C}" type="presOf" srcId="{265A3AC0-E38B-444D-BD15-08EB60082712}" destId="{B7A2B000-86B0-3A4D-8E97-5165AF62B229}" srcOrd="1" destOrd="0" presId="urn:microsoft.com/office/officeart/2016/7/layout/RepeatingBendingProcessNew"/>
    <dgm:cxn modelId="{C98AD7A0-4C7A-494A-9EA3-E74A0CD0347E}" srcId="{D7132558-2AD8-4A92-B69C-835AB3779CBE}" destId="{D6B237A6-F3D4-489C-A4E3-CC837A4806E5}" srcOrd="6" destOrd="0" parTransId="{081B71DA-8F07-458B-B933-C9FC45D11267}" sibTransId="{265A3AC0-E38B-444D-BD15-08EB60082712}"/>
    <dgm:cxn modelId="{F1999CA3-AAA2-46AD-9610-21289633531F}" srcId="{D7132558-2AD8-4A92-B69C-835AB3779CBE}" destId="{63C07FB1-177A-49F5-BE59-B579832CA846}" srcOrd="4" destOrd="0" parTransId="{1D9FEC0D-2B28-4C22-A664-CB26221F3873}" sibTransId="{AE1FC743-369C-4CF2-8F79-AB852302C706}"/>
    <dgm:cxn modelId="{C66B82A7-61A9-7145-B064-5D60D2B855F3}" type="presOf" srcId="{D92B54FC-961E-4093-A748-CC415FF95FA6}" destId="{B13DB379-A4DA-BC48-9593-45EBD2208FDC}" srcOrd="0" destOrd="0" presId="urn:microsoft.com/office/officeart/2016/7/layout/RepeatingBendingProcessNew"/>
    <dgm:cxn modelId="{2B45B1A7-D36A-4F65-8AD1-73EE4E8D9C41}" srcId="{D7132558-2AD8-4A92-B69C-835AB3779CBE}" destId="{F1DDE7BF-C0EA-405A-87F3-EEA7FE29069F}" srcOrd="9" destOrd="0" parTransId="{E28D2320-A904-413F-A9BD-770CB39547EB}" sibTransId="{A0FC6F1E-D5F7-4742-8A9A-B64B658D1B26}"/>
    <dgm:cxn modelId="{BA808EAE-8F63-44E3-B8E7-89917D06CFE1}" srcId="{D7132558-2AD8-4A92-B69C-835AB3779CBE}" destId="{AB198628-3FA1-4AED-B46B-AE41AFE61311}" srcOrd="1" destOrd="0" parTransId="{7D326284-9801-4879-BD83-3C38C057EDB4}" sibTransId="{FBF26B7E-876F-48C6-8E0E-F0DDE1A64C89}"/>
    <dgm:cxn modelId="{81D8AEAE-5D2B-DF44-90A7-8681B75755CD}" type="presOf" srcId="{47E44242-1638-42CE-BC05-F1A063EEC268}" destId="{77DAB488-6BD5-E642-9E12-18B6B2BFECA8}" srcOrd="0" destOrd="0" presId="urn:microsoft.com/office/officeart/2016/7/layout/RepeatingBendingProcessNew"/>
    <dgm:cxn modelId="{CB15BBB0-B71D-DA43-B88A-8E9E11DDAC4C}" type="presOf" srcId="{989D1DE9-3FC2-46A7-AF4A-A5BB55AFC0DD}" destId="{1011A26F-FFE9-6F48-9A0A-03DDD12DFB55}" srcOrd="0" destOrd="0" presId="urn:microsoft.com/office/officeart/2016/7/layout/RepeatingBendingProcessNew"/>
    <dgm:cxn modelId="{1BBF10B6-B004-4044-BFAE-E0635608BFD4}" type="presOf" srcId="{29410B9A-137F-436F-923F-E67F17A07D93}" destId="{EBB9BB0E-0C0C-8F4D-9B1E-DBB355D49FD6}" srcOrd="0" destOrd="0" presId="urn:microsoft.com/office/officeart/2016/7/layout/RepeatingBendingProcessNew"/>
    <dgm:cxn modelId="{C731A5C2-01DC-164C-A97A-86DC8659EBF9}" type="presOf" srcId="{989D1DE9-3FC2-46A7-AF4A-A5BB55AFC0DD}" destId="{07E35644-DAD9-FB42-AE94-25812598319F}" srcOrd="1" destOrd="0" presId="urn:microsoft.com/office/officeart/2016/7/layout/RepeatingBendingProcessNew"/>
    <dgm:cxn modelId="{6B286FC9-714D-41AC-9E35-29345D5C8C37}" srcId="{D7132558-2AD8-4A92-B69C-835AB3779CBE}" destId="{CE7B4E8E-1761-4665-BA0E-D064BD5304EC}" srcOrd="7" destOrd="0" parTransId="{BA04BB50-ED87-4EDC-8533-C5A125E4F154}" sibTransId="{3AF2CBCD-21ED-4486-9723-B06D124B28E3}"/>
    <dgm:cxn modelId="{304768D0-D409-9C49-99D1-56632671F2E9}" type="presOf" srcId="{27A769E4-0992-41FF-8F95-C808643BEE0D}" destId="{52C18CDC-895B-D046-8DAD-7A5071F30C31}" srcOrd="0" destOrd="0" presId="urn:microsoft.com/office/officeart/2016/7/layout/RepeatingBendingProcessNew"/>
    <dgm:cxn modelId="{3B0ED7D0-E93A-F649-89E6-30E82398B0BA}" type="presOf" srcId="{265A3AC0-E38B-444D-BD15-08EB60082712}" destId="{11143A1C-F863-8348-B1C4-1CCA94BDE963}" srcOrd="0" destOrd="0" presId="urn:microsoft.com/office/officeart/2016/7/layout/RepeatingBendingProcessNew"/>
    <dgm:cxn modelId="{E750EFDA-583B-2A41-841E-C993C796D6B7}" type="presOf" srcId="{22687313-77F3-4083-90F7-7EC0A451A95E}" destId="{5DC83D98-3C23-6F45-9E2C-2AEE3D2A4ED6}" srcOrd="0" destOrd="0" presId="urn:microsoft.com/office/officeart/2016/7/layout/RepeatingBendingProcessNew"/>
    <dgm:cxn modelId="{B565ACDB-934B-314E-AEB4-01BB98BE7261}" type="presOf" srcId="{9C1F652B-D381-41D8-82ED-614978896191}" destId="{A8A61EA1-7E08-C141-B755-CAED8D18E060}" srcOrd="0" destOrd="0" presId="urn:microsoft.com/office/officeart/2016/7/layout/RepeatingBendingProcessNew"/>
    <dgm:cxn modelId="{E79692E4-874F-A745-AF26-7A8DF698113A}" type="presOf" srcId="{2A5864AB-D2CC-408A-8112-6DFEF075FF63}" destId="{71595BFE-AD0A-0B4E-87E9-339FA49CF108}" srcOrd="0" destOrd="0" presId="urn:microsoft.com/office/officeart/2016/7/layout/RepeatingBendingProcessNew"/>
    <dgm:cxn modelId="{8025B5EB-27FB-F645-AF01-EB4CA5D6955D}" type="presOf" srcId="{3AF2CBCD-21ED-4486-9723-B06D124B28E3}" destId="{AB15DEBC-33B8-CD47-9836-B1B403914441}" srcOrd="0" destOrd="0" presId="urn:microsoft.com/office/officeart/2016/7/layout/RepeatingBendingProcessNew"/>
    <dgm:cxn modelId="{C1957CEF-0153-924A-94D0-B4444DD8C731}" type="presOf" srcId="{3BACA467-B8D0-464A-BF5D-204DF06BDC05}" destId="{C5D7FD67-177C-914B-958D-C63EBA1BC5AC}" srcOrd="1" destOrd="0" presId="urn:microsoft.com/office/officeart/2016/7/layout/RepeatingBendingProcessNew"/>
    <dgm:cxn modelId="{0963A9EF-F23B-E84E-8D8D-E4AB06670709}" type="presOf" srcId="{B9E1A0AE-2173-443B-BF4D-5E7EF5CB406D}" destId="{8D5CF6D1-5634-3D40-84C9-1E070315CC47}" srcOrd="0" destOrd="0" presId="urn:microsoft.com/office/officeart/2016/7/layout/RepeatingBendingProcessNew"/>
    <dgm:cxn modelId="{721CB3F0-9484-47AA-8C37-CFA4F419C414}" srcId="{D7132558-2AD8-4A92-B69C-835AB3779CBE}" destId="{B9AB0662-F16A-4A36-A5FA-061EA73B424C}" srcOrd="8" destOrd="0" parTransId="{ED407BFC-3277-44E3-84E8-7903C5840297}" sibTransId="{27A769E4-0992-41FF-8F95-C808643BEE0D}"/>
    <dgm:cxn modelId="{BDF2D3F5-6391-E142-870D-B20DEE7A5228}" type="presOf" srcId="{AE1FC743-369C-4CF2-8F79-AB852302C706}" destId="{FD8F2991-DC6C-5147-A392-E1830BB61910}" srcOrd="1" destOrd="0" presId="urn:microsoft.com/office/officeart/2016/7/layout/RepeatingBendingProcessNew"/>
    <dgm:cxn modelId="{481732E1-7B18-5E45-B974-8AA5241CFAFC}" type="presParOf" srcId="{1B2C9B83-6C88-244B-98D2-3B83D34695BD}" destId="{ABEBC579-C939-4A4F-8C22-15391A6FB8D9}" srcOrd="0" destOrd="0" presId="urn:microsoft.com/office/officeart/2016/7/layout/RepeatingBendingProcessNew"/>
    <dgm:cxn modelId="{10623168-66FF-F74F-B815-27C644881722}" type="presParOf" srcId="{1B2C9B83-6C88-244B-98D2-3B83D34695BD}" destId="{71595BFE-AD0A-0B4E-87E9-339FA49CF108}" srcOrd="1" destOrd="0" presId="urn:microsoft.com/office/officeart/2016/7/layout/RepeatingBendingProcessNew"/>
    <dgm:cxn modelId="{137A11EE-981C-AC4E-B7E0-679CDBFBC161}" type="presParOf" srcId="{71595BFE-AD0A-0B4E-87E9-339FA49CF108}" destId="{68850E15-8C63-064F-A6C4-754B0863AB9D}" srcOrd="0" destOrd="0" presId="urn:microsoft.com/office/officeart/2016/7/layout/RepeatingBendingProcessNew"/>
    <dgm:cxn modelId="{A30DBC85-AAF9-AC42-B6E0-44856DF447BD}" type="presParOf" srcId="{1B2C9B83-6C88-244B-98D2-3B83D34695BD}" destId="{2E776A8E-AF7E-A44F-8317-01B4F660D598}" srcOrd="2" destOrd="0" presId="urn:microsoft.com/office/officeart/2016/7/layout/RepeatingBendingProcessNew"/>
    <dgm:cxn modelId="{1AA0C080-9DD6-9E4F-9878-52C9E44723A2}" type="presParOf" srcId="{1B2C9B83-6C88-244B-98D2-3B83D34695BD}" destId="{F88348BC-751C-0D48-A122-718BB75AA9FA}" srcOrd="3" destOrd="0" presId="urn:microsoft.com/office/officeart/2016/7/layout/RepeatingBendingProcessNew"/>
    <dgm:cxn modelId="{8B4A8BE1-DE24-5849-94D0-21B0FC5291EC}" type="presParOf" srcId="{F88348BC-751C-0D48-A122-718BB75AA9FA}" destId="{A8BA273E-1BC1-AF48-BFC4-FA475CB01C96}" srcOrd="0" destOrd="0" presId="urn:microsoft.com/office/officeart/2016/7/layout/RepeatingBendingProcessNew"/>
    <dgm:cxn modelId="{34F606BA-91FC-714D-8DF5-F8B68546FE6F}" type="presParOf" srcId="{1B2C9B83-6C88-244B-98D2-3B83D34695BD}" destId="{B13DB379-A4DA-BC48-9593-45EBD2208FDC}" srcOrd="4" destOrd="0" presId="urn:microsoft.com/office/officeart/2016/7/layout/RepeatingBendingProcessNew"/>
    <dgm:cxn modelId="{12077A13-DC66-D244-8E4D-9FC0A326A715}" type="presParOf" srcId="{1B2C9B83-6C88-244B-98D2-3B83D34695BD}" destId="{1011A26F-FFE9-6F48-9A0A-03DDD12DFB55}" srcOrd="5" destOrd="0" presId="urn:microsoft.com/office/officeart/2016/7/layout/RepeatingBendingProcessNew"/>
    <dgm:cxn modelId="{096ECE1E-CCC2-B946-BC96-FC60E768E3BB}" type="presParOf" srcId="{1011A26F-FFE9-6F48-9A0A-03DDD12DFB55}" destId="{07E35644-DAD9-FB42-AE94-25812598319F}" srcOrd="0" destOrd="0" presId="urn:microsoft.com/office/officeart/2016/7/layout/RepeatingBendingProcessNew"/>
    <dgm:cxn modelId="{8E55DA32-4515-C44C-A3A4-E876AD4E5399}" type="presParOf" srcId="{1B2C9B83-6C88-244B-98D2-3B83D34695BD}" destId="{F6B82FE9-2686-7C49-9989-3425F16B0556}" srcOrd="6" destOrd="0" presId="urn:microsoft.com/office/officeart/2016/7/layout/RepeatingBendingProcessNew"/>
    <dgm:cxn modelId="{F54F7F5A-E117-C146-99BC-11D4AF41313B}" type="presParOf" srcId="{1B2C9B83-6C88-244B-98D2-3B83D34695BD}" destId="{77DAB488-6BD5-E642-9E12-18B6B2BFECA8}" srcOrd="7" destOrd="0" presId="urn:microsoft.com/office/officeart/2016/7/layout/RepeatingBendingProcessNew"/>
    <dgm:cxn modelId="{69B6BE22-7E42-9243-8FED-ABF15F7E5496}" type="presParOf" srcId="{77DAB488-6BD5-E642-9E12-18B6B2BFECA8}" destId="{099662E8-1A6D-B04F-A39A-5925E9C32AEA}" srcOrd="0" destOrd="0" presId="urn:microsoft.com/office/officeart/2016/7/layout/RepeatingBendingProcessNew"/>
    <dgm:cxn modelId="{4812154F-9349-0848-BCF7-5ABB5CC682D2}" type="presParOf" srcId="{1B2C9B83-6C88-244B-98D2-3B83D34695BD}" destId="{344C88B0-3F91-EB49-BEAE-4FFD27C93474}" srcOrd="8" destOrd="0" presId="urn:microsoft.com/office/officeart/2016/7/layout/RepeatingBendingProcessNew"/>
    <dgm:cxn modelId="{FFC09320-3310-7B40-99E4-C080EE557EE5}" type="presParOf" srcId="{1B2C9B83-6C88-244B-98D2-3B83D34695BD}" destId="{8D68DD02-E8EB-3E4E-BC9D-4E9E19C81EC4}" srcOrd="9" destOrd="0" presId="urn:microsoft.com/office/officeart/2016/7/layout/RepeatingBendingProcessNew"/>
    <dgm:cxn modelId="{B4FA8FF3-FDDA-CD49-BFFA-D5D189BA7BC6}" type="presParOf" srcId="{8D68DD02-E8EB-3E4E-BC9D-4E9E19C81EC4}" destId="{FD8F2991-DC6C-5147-A392-E1830BB61910}" srcOrd="0" destOrd="0" presId="urn:microsoft.com/office/officeart/2016/7/layout/RepeatingBendingProcessNew"/>
    <dgm:cxn modelId="{3207055F-57A6-AC45-A855-0748A5C3C594}" type="presParOf" srcId="{1B2C9B83-6C88-244B-98D2-3B83D34695BD}" destId="{BF46004F-141A-864A-AFAB-F192DD58C37D}" srcOrd="10" destOrd="0" presId="urn:microsoft.com/office/officeart/2016/7/layout/RepeatingBendingProcessNew"/>
    <dgm:cxn modelId="{D8D9857A-3F87-6F43-AA65-6D9091C9269D}" type="presParOf" srcId="{1B2C9B83-6C88-244B-98D2-3B83D34695BD}" destId="{EBB9BB0E-0C0C-8F4D-9B1E-DBB355D49FD6}" srcOrd="11" destOrd="0" presId="urn:microsoft.com/office/officeart/2016/7/layout/RepeatingBendingProcessNew"/>
    <dgm:cxn modelId="{842750BD-F069-5A4B-A34F-0F5A42545935}" type="presParOf" srcId="{EBB9BB0E-0C0C-8F4D-9B1E-DBB355D49FD6}" destId="{7BAF33A9-59BE-834A-9C05-952ECF17228F}" srcOrd="0" destOrd="0" presId="urn:microsoft.com/office/officeart/2016/7/layout/RepeatingBendingProcessNew"/>
    <dgm:cxn modelId="{CB834344-4E38-2E40-B6E5-9857533264E4}" type="presParOf" srcId="{1B2C9B83-6C88-244B-98D2-3B83D34695BD}" destId="{1D9FF4FE-5030-D940-BD8E-7D40AD9C3223}" srcOrd="12" destOrd="0" presId="urn:microsoft.com/office/officeart/2016/7/layout/RepeatingBendingProcessNew"/>
    <dgm:cxn modelId="{E978CBE6-10C8-1D4E-A373-68833A725B8F}" type="presParOf" srcId="{1B2C9B83-6C88-244B-98D2-3B83D34695BD}" destId="{11143A1C-F863-8348-B1C4-1CCA94BDE963}" srcOrd="13" destOrd="0" presId="urn:microsoft.com/office/officeart/2016/7/layout/RepeatingBendingProcessNew"/>
    <dgm:cxn modelId="{61F007FD-FD4B-9E46-B142-16C26EEE3988}" type="presParOf" srcId="{11143A1C-F863-8348-B1C4-1CCA94BDE963}" destId="{B7A2B000-86B0-3A4D-8E97-5165AF62B229}" srcOrd="0" destOrd="0" presId="urn:microsoft.com/office/officeart/2016/7/layout/RepeatingBendingProcessNew"/>
    <dgm:cxn modelId="{9318427F-2B0C-4A48-8683-D5FC5BFAA668}" type="presParOf" srcId="{1B2C9B83-6C88-244B-98D2-3B83D34695BD}" destId="{ED3898E5-831F-3446-9C1A-C7FE5199E228}" srcOrd="14" destOrd="0" presId="urn:microsoft.com/office/officeart/2016/7/layout/RepeatingBendingProcessNew"/>
    <dgm:cxn modelId="{245941D3-BAFD-1B4C-8C12-C6EE46183685}" type="presParOf" srcId="{1B2C9B83-6C88-244B-98D2-3B83D34695BD}" destId="{AB15DEBC-33B8-CD47-9836-B1B403914441}" srcOrd="15" destOrd="0" presId="urn:microsoft.com/office/officeart/2016/7/layout/RepeatingBendingProcessNew"/>
    <dgm:cxn modelId="{8A309B66-DE83-BC4C-8BD9-CC49D6617111}" type="presParOf" srcId="{AB15DEBC-33B8-CD47-9836-B1B403914441}" destId="{7DC362EE-6B07-DC4C-B759-E9983BF4F4B7}" srcOrd="0" destOrd="0" presId="urn:microsoft.com/office/officeart/2016/7/layout/RepeatingBendingProcessNew"/>
    <dgm:cxn modelId="{A0811C40-592F-274C-85C2-9CA432BB628E}" type="presParOf" srcId="{1B2C9B83-6C88-244B-98D2-3B83D34695BD}" destId="{66E4DA73-BE43-5C4C-8F32-A76CDA5D684C}" srcOrd="16" destOrd="0" presId="urn:microsoft.com/office/officeart/2016/7/layout/RepeatingBendingProcessNew"/>
    <dgm:cxn modelId="{665F2561-9E66-AB4E-8483-B3F4538EA4DC}" type="presParOf" srcId="{1B2C9B83-6C88-244B-98D2-3B83D34695BD}" destId="{52C18CDC-895B-D046-8DAD-7A5071F30C31}" srcOrd="17" destOrd="0" presId="urn:microsoft.com/office/officeart/2016/7/layout/RepeatingBendingProcessNew"/>
    <dgm:cxn modelId="{CC3DCF94-E0F9-FE4A-B87A-75C57FA8319A}" type="presParOf" srcId="{52C18CDC-895B-D046-8DAD-7A5071F30C31}" destId="{58D61049-F168-C94A-BA94-2F8BBC2A5747}" srcOrd="0" destOrd="0" presId="urn:microsoft.com/office/officeart/2016/7/layout/RepeatingBendingProcessNew"/>
    <dgm:cxn modelId="{D422D370-43EA-6548-B8C1-6DB9FC2B9455}" type="presParOf" srcId="{1B2C9B83-6C88-244B-98D2-3B83D34695BD}" destId="{02DA9063-5D92-964F-9E56-4E0BDAEADB99}" srcOrd="18" destOrd="0" presId="urn:microsoft.com/office/officeart/2016/7/layout/RepeatingBendingProcessNew"/>
    <dgm:cxn modelId="{54969E15-B424-514E-910A-89A0D4AB7156}" type="presParOf" srcId="{1B2C9B83-6C88-244B-98D2-3B83D34695BD}" destId="{C1AD6D0A-219A-A240-B8AC-EB6D6748D183}" srcOrd="19" destOrd="0" presId="urn:microsoft.com/office/officeart/2016/7/layout/RepeatingBendingProcessNew"/>
    <dgm:cxn modelId="{9DF10CF1-A1F9-D743-817D-50AE5C9450D2}" type="presParOf" srcId="{C1AD6D0A-219A-A240-B8AC-EB6D6748D183}" destId="{620A643E-F77A-774C-A9E9-1137C5AA4245}" srcOrd="0" destOrd="0" presId="urn:microsoft.com/office/officeart/2016/7/layout/RepeatingBendingProcessNew"/>
    <dgm:cxn modelId="{223A503E-3E3F-6045-BE2A-6BDEE89DD67C}" type="presParOf" srcId="{1B2C9B83-6C88-244B-98D2-3B83D34695BD}" destId="{108B7203-B7AA-E44B-A324-AC88082D8D75}" srcOrd="20" destOrd="0" presId="urn:microsoft.com/office/officeart/2016/7/layout/RepeatingBendingProcessNew"/>
    <dgm:cxn modelId="{7D9A77F0-6A6A-0742-A0E0-1117C0DE6E3F}" type="presParOf" srcId="{1B2C9B83-6C88-244B-98D2-3B83D34695BD}" destId="{DBA97BB4-D665-BF46-A3B5-32ADCD9E215C}" srcOrd="21" destOrd="0" presId="urn:microsoft.com/office/officeart/2016/7/layout/RepeatingBendingProcessNew"/>
    <dgm:cxn modelId="{19472C7B-6CC8-0D4D-83CD-C4EC259D8523}" type="presParOf" srcId="{DBA97BB4-D665-BF46-A3B5-32ADCD9E215C}" destId="{D9D37610-9D39-6449-B60E-F28178EFDCE8}" srcOrd="0" destOrd="0" presId="urn:microsoft.com/office/officeart/2016/7/layout/RepeatingBendingProcessNew"/>
    <dgm:cxn modelId="{CC4EFEB5-813F-EB47-B9BF-1B67FE9059D8}" type="presParOf" srcId="{1B2C9B83-6C88-244B-98D2-3B83D34695BD}" destId="{8D5CF6D1-5634-3D40-84C9-1E070315CC47}" srcOrd="22" destOrd="0" presId="urn:microsoft.com/office/officeart/2016/7/layout/RepeatingBendingProcessNew"/>
    <dgm:cxn modelId="{127BE99A-AB32-D54B-9598-4881AAFD3949}" type="presParOf" srcId="{1B2C9B83-6C88-244B-98D2-3B83D34695BD}" destId="{A8A61EA1-7E08-C141-B755-CAED8D18E060}" srcOrd="23" destOrd="0" presId="urn:microsoft.com/office/officeart/2016/7/layout/RepeatingBendingProcessNew"/>
    <dgm:cxn modelId="{8F1F39B7-DAC4-194B-9AC7-0BE809C03B4B}" type="presParOf" srcId="{A8A61EA1-7E08-C141-B755-CAED8D18E060}" destId="{38B4A6E2-B157-6142-A258-520B58779A71}" srcOrd="0" destOrd="0" presId="urn:microsoft.com/office/officeart/2016/7/layout/RepeatingBendingProcessNew"/>
    <dgm:cxn modelId="{21726C2B-FBD5-704C-A51B-616C38ADE622}" type="presParOf" srcId="{1B2C9B83-6C88-244B-98D2-3B83D34695BD}" destId="{5DC83D98-3C23-6F45-9E2C-2AEE3D2A4ED6}" srcOrd="24" destOrd="0" presId="urn:microsoft.com/office/officeart/2016/7/layout/RepeatingBendingProcessNew"/>
    <dgm:cxn modelId="{E8EAA833-544B-354C-8366-49732597B9B6}" type="presParOf" srcId="{1B2C9B83-6C88-244B-98D2-3B83D34695BD}" destId="{A1D7F568-90BC-7041-B015-8CD9BB04C3D2}" srcOrd="25" destOrd="0" presId="urn:microsoft.com/office/officeart/2016/7/layout/RepeatingBendingProcessNew"/>
    <dgm:cxn modelId="{4D68AD29-1AAC-8145-883A-AA8638FAC037}" type="presParOf" srcId="{A1D7F568-90BC-7041-B015-8CD9BB04C3D2}" destId="{C5D7FD67-177C-914B-958D-C63EBA1BC5AC}" srcOrd="0" destOrd="0" presId="urn:microsoft.com/office/officeart/2016/7/layout/RepeatingBendingProcessNew"/>
    <dgm:cxn modelId="{BC6EC4DD-EDF9-3B4C-9612-F4801A64EAD7}" type="presParOf" srcId="{1B2C9B83-6C88-244B-98D2-3B83D34695BD}" destId="{724EE62D-E870-B847-853F-30D3FB34B2D7}" srcOrd="2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D0FC2E-709B-4CE3-AD58-2070B3C1DC1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4_2" csCatId="accent4" phldr="1"/>
      <dgm:spPr/>
      <dgm:t>
        <a:bodyPr/>
        <a:lstStyle/>
        <a:p>
          <a:endParaRPr lang="en-US"/>
        </a:p>
      </dgm:t>
    </dgm:pt>
    <dgm:pt modelId="{0A6DF029-639B-4705-AE4F-4234F51856FB}">
      <dgm:prSet/>
      <dgm:spPr/>
      <dgm:t>
        <a:bodyPr/>
        <a:lstStyle/>
        <a:p>
          <a:pPr>
            <a:defRPr cap="all"/>
          </a:pPr>
          <a:r>
            <a:rPr lang="en-US"/>
            <a:t>✨ Create clear, context-aware prompts</a:t>
          </a:r>
        </a:p>
      </dgm:t>
    </dgm:pt>
    <dgm:pt modelId="{17AEEBD8-FA9F-4692-99EF-66ACB81B846C}" type="parTrans" cxnId="{89DB5058-C3CD-4816-ABAF-37439705D139}">
      <dgm:prSet/>
      <dgm:spPr/>
      <dgm:t>
        <a:bodyPr/>
        <a:lstStyle/>
        <a:p>
          <a:endParaRPr lang="en-US"/>
        </a:p>
      </dgm:t>
    </dgm:pt>
    <dgm:pt modelId="{6AA28FDF-E2E3-493E-BFEB-A9CD19FE6D37}" type="sibTrans" cxnId="{89DB5058-C3CD-4816-ABAF-37439705D139}">
      <dgm:prSet/>
      <dgm:spPr/>
      <dgm:t>
        <a:bodyPr/>
        <a:lstStyle/>
        <a:p>
          <a:endParaRPr lang="en-US"/>
        </a:p>
      </dgm:t>
    </dgm:pt>
    <dgm:pt modelId="{26DB8E23-B928-47E4-9C0D-D285A5405297}">
      <dgm:prSet/>
      <dgm:spPr/>
      <dgm:t>
        <a:bodyPr/>
        <a:lstStyle/>
        <a:p>
          <a:pPr>
            <a:defRPr cap="all"/>
          </a:pPr>
          <a:r>
            <a:rPr lang="en-US"/>
            <a:t>✨ Use structured prompting strategies</a:t>
          </a:r>
        </a:p>
      </dgm:t>
    </dgm:pt>
    <dgm:pt modelId="{EA9ADF30-C797-448D-B737-FBFC17990A2E}" type="parTrans" cxnId="{1CF16DFC-0B63-48DB-874A-097BCD3B373B}">
      <dgm:prSet/>
      <dgm:spPr/>
      <dgm:t>
        <a:bodyPr/>
        <a:lstStyle/>
        <a:p>
          <a:endParaRPr lang="en-US"/>
        </a:p>
      </dgm:t>
    </dgm:pt>
    <dgm:pt modelId="{AEFFCC41-2EB9-4402-A071-8EB605F34358}" type="sibTrans" cxnId="{1CF16DFC-0B63-48DB-874A-097BCD3B373B}">
      <dgm:prSet/>
      <dgm:spPr/>
      <dgm:t>
        <a:bodyPr/>
        <a:lstStyle/>
        <a:p>
          <a:endParaRPr lang="en-US"/>
        </a:p>
      </dgm:t>
    </dgm:pt>
    <dgm:pt modelId="{C7C165A8-D505-4B98-A0F9-5441703EECC1}">
      <dgm:prSet/>
      <dgm:spPr/>
      <dgm:t>
        <a:bodyPr/>
        <a:lstStyle/>
        <a:p>
          <a:pPr>
            <a:defRPr cap="all"/>
          </a:pPr>
          <a:r>
            <a:rPr lang="en-US"/>
            <a:t>✨ Assess AI responses (accuracy, bias, tone, relevance)</a:t>
          </a:r>
        </a:p>
      </dgm:t>
    </dgm:pt>
    <dgm:pt modelId="{1739DCEA-B523-4F24-B5DC-AEF63DC8D538}" type="parTrans" cxnId="{FF175669-6618-487C-BA8E-20221CFACE0D}">
      <dgm:prSet/>
      <dgm:spPr/>
      <dgm:t>
        <a:bodyPr/>
        <a:lstStyle/>
        <a:p>
          <a:endParaRPr lang="en-US"/>
        </a:p>
      </dgm:t>
    </dgm:pt>
    <dgm:pt modelId="{A58F76EC-39E3-421D-9FD1-1332A97A1605}" type="sibTrans" cxnId="{FF175669-6618-487C-BA8E-20221CFACE0D}">
      <dgm:prSet/>
      <dgm:spPr/>
      <dgm:t>
        <a:bodyPr/>
        <a:lstStyle/>
        <a:p>
          <a:endParaRPr lang="en-US"/>
        </a:p>
      </dgm:t>
    </dgm:pt>
    <dgm:pt modelId="{5561E488-BC0A-4730-98F4-EB949C59051C}">
      <dgm:prSet/>
      <dgm:spPr/>
      <dgm:t>
        <a:bodyPr/>
        <a:lstStyle/>
        <a:p>
          <a:pPr>
            <a:defRPr cap="all"/>
          </a:pPr>
          <a:r>
            <a:rPr lang="en-US"/>
            <a:t>✨ Apply techniques across text, image, code, and data</a:t>
          </a:r>
        </a:p>
      </dgm:t>
    </dgm:pt>
    <dgm:pt modelId="{3CDB2E47-F32F-48FC-887C-B1B02F51B7F9}" type="parTrans" cxnId="{E984B263-2705-46B7-87F7-7C912374C60A}">
      <dgm:prSet/>
      <dgm:spPr/>
      <dgm:t>
        <a:bodyPr/>
        <a:lstStyle/>
        <a:p>
          <a:endParaRPr lang="en-US"/>
        </a:p>
      </dgm:t>
    </dgm:pt>
    <dgm:pt modelId="{D48363B2-59CA-4C0B-B9E4-BC310C4FF39A}" type="sibTrans" cxnId="{E984B263-2705-46B7-87F7-7C912374C60A}">
      <dgm:prSet/>
      <dgm:spPr/>
      <dgm:t>
        <a:bodyPr/>
        <a:lstStyle/>
        <a:p>
          <a:endParaRPr lang="en-US"/>
        </a:p>
      </dgm:t>
    </dgm:pt>
    <dgm:pt modelId="{22505032-FAF2-458F-B489-6451F8706333}" type="pres">
      <dgm:prSet presAssocID="{2BD0FC2E-709B-4CE3-AD58-2070B3C1DC11}" presName="root" presStyleCnt="0">
        <dgm:presLayoutVars>
          <dgm:dir/>
          <dgm:resizeHandles val="exact"/>
        </dgm:presLayoutVars>
      </dgm:prSet>
      <dgm:spPr/>
    </dgm:pt>
    <dgm:pt modelId="{423559BF-9B39-4FCA-BBA7-8BBE36FD8D5A}" type="pres">
      <dgm:prSet presAssocID="{0A6DF029-639B-4705-AE4F-4234F51856FB}" presName="compNode" presStyleCnt="0"/>
      <dgm:spPr/>
    </dgm:pt>
    <dgm:pt modelId="{CC40081C-82C0-41A0-BB09-8A665D7D2697}" type="pres">
      <dgm:prSet presAssocID="{0A6DF029-639B-4705-AE4F-4234F51856FB}" presName="iconBgRect" presStyleLbl="bgShp" presStyleIdx="0" presStyleCnt="4"/>
      <dgm:spPr/>
    </dgm:pt>
    <dgm:pt modelId="{229F34DB-E624-4C48-80AA-615242EFC57A}" type="pres">
      <dgm:prSet presAssocID="{0A6DF029-639B-4705-AE4F-4234F51856F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C52115C7-7093-450A-98A7-BD8F633C6CF3}" type="pres">
      <dgm:prSet presAssocID="{0A6DF029-639B-4705-AE4F-4234F51856FB}" presName="spaceRect" presStyleCnt="0"/>
      <dgm:spPr/>
    </dgm:pt>
    <dgm:pt modelId="{79D9F879-5EC4-4513-8447-6F07730A53CF}" type="pres">
      <dgm:prSet presAssocID="{0A6DF029-639B-4705-AE4F-4234F51856FB}" presName="textRect" presStyleLbl="revTx" presStyleIdx="0" presStyleCnt="4">
        <dgm:presLayoutVars>
          <dgm:chMax val="1"/>
          <dgm:chPref val="1"/>
        </dgm:presLayoutVars>
      </dgm:prSet>
      <dgm:spPr/>
    </dgm:pt>
    <dgm:pt modelId="{95628C72-25E7-4261-9859-3F48DC5166DE}" type="pres">
      <dgm:prSet presAssocID="{6AA28FDF-E2E3-493E-BFEB-A9CD19FE6D37}" presName="sibTrans" presStyleCnt="0"/>
      <dgm:spPr/>
    </dgm:pt>
    <dgm:pt modelId="{65AE8F1D-67DA-48C2-9350-9D97B7789166}" type="pres">
      <dgm:prSet presAssocID="{26DB8E23-B928-47E4-9C0D-D285A5405297}" presName="compNode" presStyleCnt="0"/>
      <dgm:spPr/>
    </dgm:pt>
    <dgm:pt modelId="{14B16933-273D-4808-BDF2-A966E658E49A}" type="pres">
      <dgm:prSet presAssocID="{26DB8E23-B928-47E4-9C0D-D285A5405297}" presName="iconBgRect" presStyleLbl="bgShp" presStyleIdx="1" presStyleCnt="4"/>
      <dgm:spPr/>
    </dgm:pt>
    <dgm:pt modelId="{41005A30-9276-41B1-9540-BCACC2817F07}" type="pres">
      <dgm:prSet presAssocID="{26DB8E23-B928-47E4-9C0D-D285A540529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465787B-0202-4529-B02C-B101374A1DBD}" type="pres">
      <dgm:prSet presAssocID="{26DB8E23-B928-47E4-9C0D-D285A5405297}" presName="spaceRect" presStyleCnt="0"/>
      <dgm:spPr/>
    </dgm:pt>
    <dgm:pt modelId="{08CC968D-8078-4E16-8452-61109BC18366}" type="pres">
      <dgm:prSet presAssocID="{26DB8E23-B928-47E4-9C0D-D285A5405297}" presName="textRect" presStyleLbl="revTx" presStyleIdx="1" presStyleCnt="4">
        <dgm:presLayoutVars>
          <dgm:chMax val="1"/>
          <dgm:chPref val="1"/>
        </dgm:presLayoutVars>
      </dgm:prSet>
      <dgm:spPr/>
    </dgm:pt>
    <dgm:pt modelId="{4B1A06B9-A454-4CCD-9A25-A1A1037B224C}" type="pres">
      <dgm:prSet presAssocID="{AEFFCC41-2EB9-4402-A071-8EB605F34358}" presName="sibTrans" presStyleCnt="0"/>
      <dgm:spPr/>
    </dgm:pt>
    <dgm:pt modelId="{34570F19-B81C-4D33-ADAA-559BD4ED6D5D}" type="pres">
      <dgm:prSet presAssocID="{C7C165A8-D505-4B98-A0F9-5441703EECC1}" presName="compNode" presStyleCnt="0"/>
      <dgm:spPr/>
    </dgm:pt>
    <dgm:pt modelId="{10D8786A-A9B2-42CC-B4A7-76BA10FB7FC0}" type="pres">
      <dgm:prSet presAssocID="{C7C165A8-D505-4B98-A0F9-5441703EECC1}" presName="iconBgRect" presStyleLbl="bgShp" presStyleIdx="2" presStyleCnt="4"/>
      <dgm:spPr/>
    </dgm:pt>
    <dgm:pt modelId="{0C85AAF0-896F-4F60-AFC2-383A981F585C}" type="pres">
      <dgm:prSet presAssocID="{C7C165A8-D505-4B98-A0F9-5441703EECC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bubble"/>
        </a:ext>
      </dgm:extLst>
    </dgm:pt>
    <dgm:pt modelId="{BA34A40F-9731-4A96-9E17-F9B8974F667C}" type="pres">
      <dgm:prSet presAssocID="{C7C165A8-D505-4B98-A0F9-5441703EECC1}" presName="spaceRect" presStyleCnt="0"/>
      <dgm:spPr/>
    </dgm:pt>
    <dgm:pt modelId="{69E872EF-DABC-42FB-B2A2-316C1D150178}" type="pres">
      <dgm:prSet presAssocID="{C7C165A8-D505-4B98-A0F9-5441703EECC1}" presName="textRect" presStyleLbl="revTx" presStyleIdx="2" presStyleCnt="4">
        <dgm:presLayoutVars>
          <dgm:chMax val="1"/>
          <dgm:chPref val="1"/>
        </dgm:presLayoutVars>
      </dgm:prSet>
      <dgm:spPr/>
    </dgm:pt>
    <dgm:pt modelId="{8A5B7D33-5DAB-4206-A25F-EA995CA1CBC8}" type="pres">
      <dgm:prSet presAssocID="{A58F76EC-39E3-421D-9FD1-1332A97A1605}" presName="sibTrans" presStyleCnt="0"/>
      <dgm:spPr/>
    </dgm:pt>
    <dgm:pt modelId="{1558A26F-9C62-414D-BC3B-11BE8FA49EE7}" type="pres">
      <dgm:prSet presAssocID="{5561E488-BC0A-4730-98F4-EB949C59051C}" presName="compNode" presStyleCnt="0"/>
      <dgm:spPr/>
    </dgm:pt>
    <dgm:pt modelId="{ECD7A358-F341-40C0-948C-B52EA1ADDDD0}" type="pres">
      <dgm:prSet presAssocID="{5561E488-BC0A-4730-98F4-EB949C59051C}" presName="iconBgRect" presStyleLbl="bgShp" presStyleIdx="3" presStyleCnt="4"/>
      <dgm:spPr/>
    </dgm:pt>
    <dgm:pt modelId="{DE6FFAD2-696C-4350-A44D-7FA10D6DFB1C}" type="pres">
      <dgm:prSet presAssocID="{5561E488-BC0A-4730-98F4-EB949C59051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76D47197-13C7-4934-820B-C0F3934D3D4A}" type="pres">
      <dgm:prSet presAssocID="{5561E488-BC0A-4730-98F4-EB949C59051C}" presName="spaceRect" presStyleCnt="0"/>
      <dgm:spPr/>
    </dgm:pt>
    <dgm:pt modelId="{2E8A50B8-B7C7-4F8B-9064-8D4C834073B7}" type="pres">
      <dgm:prSet presAssocID="{5561E488-BC0A-4730-98F4-EB949C59051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AE32118-5E68-411C-A1D2-34270D9B69A1}" type="presOf" srcId="{C7C165A8-D505-4B98-A0F9-5441703EECC1}" destId="{69E872EF-DABC-42FB-B2A2-316C1D150178}" srcOrd="0" destOrd="0" presId="urn:microsoft.com/office/officeart/2018/5/layout/IconCircleLabelList"/>
    <dgm:cxn modelId="{5072191D-7087-44C0-8088-36AE402FE94F}" type="presOf" srcId="{0A6DF029-639B-4705-AE4F-4234F51856FB}" destId="{79D9F879-5EC4-4513-8447-6F07730A53CF}" srcOrd="0" destOrd="0" presId="urn:microsoft.com/office/officeart/2018/5/layout/IconCircleLabelList"/>
    <dgm:cxn modelId="{F99F6B28-67AB-4667-B046-F32A31FFD3C7}" type="presOf" srcId="{5561E488-BC0A-4730-98F4-EB949C59051C}" destId="{2E8A50B8-B7C7-4F8B-9064-8D4C834073B7}" srcOrd="0" destOrd="0" presId="urn:microsoft.com/office/officeart/2018/5/layout/IconCircleLabelList"/>
    <dgm:cxn modelId="{89DB5058-C3CD-4816-ABAF-37439705D139}" srcId="{2BD0FC2E-709B-4CE3-AD58-2070B3C1DC11}" destId="{0A6DF029-639B-4705-AE4F-4234F51856FB}" srcOrd="0" destOrd="0" parTransId="{17AEEBD8-FA9F-4692-99EF-66ACB81B846C}" sibTransId="{6AA28FDF-E2E3-493E-BFEB-A9CD19FE6D37}"/>
    <dgm:cxn modelId="{E984B263-2705-46B7-87F7-7C912374C60A}" srcId="{2BD0FC2E-709B-4CE3-AD58-2070B3C1DC11}" destId="{5561E488-BC0A-4730-98F4-EB949C59051C}" srcOrd="3" destOrd="0" parTransId="{3CDB2E47-F32F-48FC-887C-B1B02F51B7F9}" sibTransId="{D48363B2-59CA-4C0B-B9E4-BC310C4FF39A}"/>
    <dgm:cxn modelId="{FF175669-6618-487C-BA8E-20221CFACE0D}" srcId="{2BD0FC2E-709B-4CE3-AD58-2070B3C1DC11}" destId="{C7C165A8-D505-4B98-A0F9-5441703EECC1}" srcOrd="2" destOrd="0" parTransId="{1739DCEA-B523-4F24-B5DC-AEF63DC8D538}" sibTransId="{A58F76EC-39E3-421D-9FD1-1332A97A1605}"/>
    <dgm:cxn modelId="{9FE62FDA-9CE8-4FF4-9CEE-A2D984D7ED6A}" type="presOf" srcId="{26DB8E23-B928-47E4-9C0D-D285A5405297}" destId="{08CC968D-8078-4E16-8452-61109BC18366}" srcOrd="0" destOrd="0" presId="urn:microsoft.com/office/officeart/2018/5/layout/IconCircleLabelList"/>
    <dgm:cxn modelId="{7752E7F0-3A21-4D47-B304-EBF24FD0DD81}" type="presOf" srcId="{2BD0FC2E-709B-4CE3-AD58-2070B3C1DC11}" destId="{22505032-FAF2-458F-B489-6451F8706333}" srcOrd="0" destOrd="0" presId="urn:microsoft.com/office/officeart/2018/5/layout/IconCircleLabelList"/>
    <dgm:cxn modelId="{1CF16DFC-0B63-48DB-874A-097BCD3B373B}" srcId="{2BD0FC2E-709B-4CE3-AD58-2070B3C1DC11}" destId="{26DB8E23-B928-47E4-9C0D-D285A5405297}" srcOrd="1" destOrd="0" parTransId="{EA9ADF30-C797-448D-B737-FBFC17990A2E}" sibTransId="{AEFFCC41-2EB9-4402-A071-8EB605F34358}"/>
    <dgm:cxn modelId="{522EBD68-B6F7-4B0F-BA55-C57774B1A2A1}" type="presParOf" srcId="{22505032-FAF2-458F-B489-6451F8706333}" destId="{423559BF-9B39-4FCA-BBA7-8BBE36FD8D5A}" srcOrd="0" destOrd="0" presId="urn:microsoft.com/office/officeart/2018/5/layout/IconCircleLabelList"/>
    <dgm:cxn modelId="{04FA5DB3-DDF5-41F4-9624-B12EF112FFED}" type="presParOf" srcId="{423559BF-9B39-4FCA-BBA7-8BBE36FD8D5A}" destId="{CC40081C-82C0-41A0-BB09-8A665D7D2697}" srcOrd="0" destOrd="0" presId="urn:microsoft.com/office/officeart/2018/5/layout/IconCircleLabelList"/>
    <dgm:cxn modelId="{389ED8EF-1D94-4729-860B-828B84B4D7B6}" type="presParOf" srcId="{423559BF-9B39-4FCA-BBA7-8BBE36FD8D5A}" destId="{229F34DB-E624-4C48-80AA-615242EFC57A}" srcOrd="1" destOrd="0" presId="urn:microsoft.com/office/officeart/2018/5/layout/IconCircleLabelList"/>
    <dgm:cxn modelId="{453C1303-0DA6-4312-B113-BB67CF6C8AD3}" type="presParOf" srcId="{423559BF-9B39-4FCA-BBA7-8BBE36FD8D5A}" destId="{C52115C7-7093-450A-98A7-BD8F633C6CF3}" srcOrd="2" destOrd="0" presId="urn:microsoft.com/office/officeart/2018/5/layout/IconCircleLabelList"/>
    <dgm:cxn modelId="{71AE6CCB-8439-4541-93AD-8604A013F0D5}" type="presParOf" srcId="{423559BF-9B39-4FCA-BBA7-8BBE36FD8D5A}" destId="{79D9F879-5EC4-4513-8447-6F07730A53CF}" srcOrd="3" destOrd="0" presId="urn:microsoft.com/office/officeart/2018/5/layout/IconCircleLabelList"/>
    <dgm:cxn modelId="{C3E20857-310A-469E-87FD-FA09AF997F95}" type="presParOf" srcId="{22505032-FAF2-458F-B489-6451F8706333}" destId="{95628C72-25E7-4261-9859-3F48DC5166DE}" srcOrd="1" destOrd="0" presId="urn:microsoft.com/office/officeart/2018/5/layout/IconCircleLabelList"/>
    <dgm:cxn modelId="{5E8948CC-74B0-4ABE-BFF3-E2B488C7B2BF}" type="presParOf" srcId="{22505032-FAF2-458F-B489-6451F8706333}" destId="{65AE8F1D-67DA-48C2-9350-9D97B7789166}" srcOrd="2" destOrd="0" presId="urn:microsoft.com/office/officeart/2018/5/layout/IconCircleLabelList"/>
    <dgm:cxn modelId="{E40A1F90-DB30-4199-898E-04B017376BFC}" type="presParOf" srcId="{65AE8F1D-67DA-48C2-9350-9D97B7789166}" destId="{14B16933-273D-4808-BDF2-A966E658E49A}" srcOrd="0" destOrd="0" presId="urn:microsoft.com/office/officeart/2018/5/layout/IconCircleLabelList"/>
    <dgm:cxn modelId="{BF746148-6757-4B6E-9C8C-99064E26F6F1}" type="presParOf" srcId="{65AE8F1D-67DA-48C2-9350-9D97B7789166}" destId="{41005A30-9276-41B1-9540-BCACC2817F07}" srcOrd="1" destOrd="0" presId="urn:microsoft.com/office/officeart/2018/5/layout/IconCircleLabelList"/>
    <dgm:cxn modelId="{0F847E81-ED30-4F0D-BFAD-70FA9C98DF65}" type="presParOf" srcId="{65AE8F1D-67DA-48C2-9350-9D97B7789166}" destId="{8465787B-0202-4529-B02C-B101374A1DBD}" srcOrd="2" destOrd="0" presId="urn:microsoft.com/office/officeart/2018/5/layout/IconCircleLabelList"/>
    <dgm:cxn modelId="{A5203676-16C5-4A61-A59F-4AB7A83CC45C}" type="presParOf" srcId="{65AE8F1D-67DA-48C2-9350-9D97B7789166}" destId="{08CC968D-8078-4E16-8452-61109BC18366}" srcOrd="3" destOrd="0" presId="urn:microsoft.com/office/officeart/2018/5/layout/IconCircleLabelList"/>
    <dgm:cxn modelId="{95E69387-287A-4F3A-A196-315E320886AB}" type="presParOf" srcId="{22505032-FAF2-458F-B489-6451F8706333}" destId="{4B1A06B9-A454-4CCD-9A25-A1A1037B224C}" srcOrd="3" destOrd="0" presId="urn:microsoft.com/office/officeart/2018/5/layout/IconCircleLabelList"/>
    <dgm:cxn modelId="{1C3FA044-1B10-428A-9B12-D332BD93F79F}" type="presParOf" srcId="{22505032-FAF2-458F-B489-6451F8706333}" destId="{34570F19-B81C-4D33-ADAA-559BD4ED6D5D}" srcOrd="4" destOrd="0" presId="urn:microsoft.com/office/officeart/2018/5/layout/IconCircleLabelList"/>
    <dgm:cxn modelId="{1E6FEC63-2954-4BBD-9550-93DCC2EF587A}" type="presParOf" srcId="{34570F19-B81C-4D33-ADAA-559BD4ED6D5D}" destId="{10D8786A-A9B2-42CC-B4A7-76BA10FB7FC0}" srcOrd="0" destOrd="0" presId="urn:microsoft.com/office/officeart/2018/5/layout/IconCircleLabelList"/>
    <dgm:cxn modelId="{D7404D36-229F-4F49-AD79-3D10D582D831}" type="presParOf" srcId="{34570F19-B81C-4D33-ADAA-559BD4ED6D5D}" destId="{0C85AAF0-896F-4F60-AFC2-383A981F585C}" srcOrd="1" destOrd="0" presId="urn:microsoft.com/office/officeart/2018/5/layout/IconCircleLabelList"/>
    <dgm:cxn modelId="{8783F854-5D64-4492-9284-59F60CFAA82B}" type="presParOf" srcId="{34570F19-B81C-4D33-ADAA-559BD4ED6D5D}" destId="{BA34A40F-9731-4A96-9E17-F9B8974F667C}" srcOrd="2" destOrd="0" presId="urn:microsoft.com/office/officeart/2018/5/layout/IconCircleLabelList"/>
    <dgm:cxn modelId="{CF90C646-839E-4FEA-8D97-7A07B43E936F}" type="presParOf" srcId="{34570F19-B81C-4D33-ADAA-559BD4ED6D5D}" destId="{69E872EF-DABC-42FB-B2A2-316C1D150178}" srcOrd="3" destOrd="0" presId="urn:microsoft.com/office/officeart/2018/5/layout/IconCircleLabelList"/>
    <dgm:cxn modelId="{4228D476-0B5C-4B32-A961-2791A8BD873F}" type="presParOf" srcId="{22505032-FAF2-458F-B489-6451F8706333}" destId="{8A5B7D33-5DAB-4206-A25F-EA995CA1CBC8}" srcOrd="5" destOrd="0" presId="urn:microsoft.com/office/officeart/2018/5/layout/IconCircleLabelList"/>
    <dgm:cxn modelId="{D758C4AF-5BD5-474B-BCD1-D2A08F62F932}" type="presParOf" srcId="{22505032-FAF2-458F-B489-6451F8706333}" destId="{1558A26F-9C62-414D-BC3B-11BE8FA49EE7}" srcOrd="6" destOrd="0" presId="urn:microsoft.com/office/officeart/2018/5/layout/IconCircleLabelList"/>
    <dgm:cxn modelId="{AC2F49C0-4D37-47DE-B38C-263E9B4841CE}" type="presParOf" srcId="{1558A26F-9C62-414D-BC3B-11BE8FA49EE7}" destId="{ECD7A358-F341-40C0-948C-B52EA1ADDDD0}" srcOrd="0" destOrd="0" presId="urn:microsoft.com/office/officeart/2018/5/layout/IconCircleLabelList"/>
    <dgm:cxn modelId="{C9B8C38D-FEB6-48E1-907C-1CBDD7AEA1C7}" type="presParOf" srcId="{1558A26F-9C62-414D-BC3B-11BE8FA49EE7}" destId="{DE6FFAD2-696C-4350-A44D-7FA10D6DFB1C}" srcOrd="1" destOrd="0" presId="urn:microsoft.com/office/officeart/2018/5/layout/IconCircleLabelList"/>
    <dgm:cxn modelId="{E9E9A067-F068-47E2-A1CD-14BE2998AC51}" type="presParOf" srcId="{1558A26F-9C62-414D-BC3B-11BE8FA49EE7}" destId="{76D47197-13C7-4934-820B-C0F3934D3D4A}" srcOrd="2" destOrd="0" presId="urn:microsoft.com/office/officeart/2018/5/layout/IconCircleLabelList"/>
    <dgm:cxn modelId="{866B46BC-39C3-4C72-A9D7-6E9F1F3BA239}" type="presParOf" srcId="{1558A26F-9C62-414D-BC3B-11BE8FA49EE7}" destId="{2E8A50B8-B7C7-4F8B-9064-8D4C834073B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27FD217-1C27-47F2-9E1C-0AC934D3369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373378F-785B-4B6D-A27F-D08AAC1BBB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✅ Weekly </a:t>
          </a:r>
          <a:r>
            <a:rPr lang="en-US" dirty="0" err="1"/>
            <a:t>Quizze</a:t>
          </a:r>
          <a:r>
            <a:rPr lang="tr-TR" dirty="0"/>
            <a:t>s:</a:t>
          </a:r>
          <a:r>
            <a:rPr lang="en-US" dirty="0"/>
            <a:t> 30%</a:t>
          </a:r>
        </a:p>
      </dgm:t>
    </dgm:pt>
    <dgm:pt modelId="{06F557F9-A158-4987-B392-EC1B0AFD36BB}" type="parTrans" cxnId="{684A1E39-AEF8-4AB7-888A-275B2D68AF49}">
      <dgm:prSet/>
      <dgm:spPr/>
      <dgm:t>
        <a:bodyPr/>
        <a:lstStyle/>
        <a:p>
          <a:endParaRPr lang="en-US"/>
        </a:p>
      </dgm:t>
    </dgm:pt>
    <dgm:pt modelId="{699C3E82-40DB-4259-941A-D5F2AD4C432A}" type="sibTrans" cxnId="{684A1E39-AEF8-4AB7-888A-275B2D68AF49}">
      <dgm:prSet/>
      <dgm:spPr/>
      <dgm:t>
        <a:bodyPr/>
        <a:lstStyle/>
        <a:p>
          <a:endParaRPr lang="en-US"/>
        </a:p>
      </dgm:t>
    </dgm:pt>
    <dgm:pt modelId="{9A666776-1F97-4BA3-BCD0-F35AE699E2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📄 Midterm </a:t>
          </a:r>
          <a:r>
            <a:rPr lang="tr-TR"/>
            <a:t>Exam: </a:t>
          </a:r>
          <a:r>
            <a:rPr lang="en-US"/>
            <a:t>30%</a:t>
          </a:r>
        </a:p>
      </dgm:t>
    </dgm:pt>
    <dgm:pt modelId="{77AE39E8-06B6-47BE-B6E8-8893EF3A9049}" type="parTrans" cxnId="{129F09AC-144E-49A1-BB6C-C07FDE5875C3}">
      <dgm:prSet/>
      <dgm:spPr/>
      <dgm:t>
        <a:bodyPr/>
        <a:lstStyle/>
        <a:p>
          <a:endParaRPr lang="en-US"/>
        </a:p>
      </dgm:t>
    </dgm:pt>
    <dgm:pt modelId="{F37D0A27-29BB-4CD7-9658-833B9B9C985C}" type="sibTrans" cxnId="{129F09AC-144E-49A1-BB6C-C07FDE5875C3}">
      <dgm:prSet/>
      <dgm:spPr/>
      <dgm:t>
        <a:bodyPr/>
        <a:lstStyle/>
        <a:p>
          <a:endParaRPr lang="en-US"/>
        </a:p>
      </dgm:t>
    </dgm:pt>
    <dgm:pt modelId="{66102827-2F12-4594-AFA9-475DECEC7D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📂 Final Exam: 40%</a:t>
          </a:r>
        </a:p>
      </dgm:t>
    </dgm:pt>
    <dgm:pt modelId="{C35E6A86-D7FC-4B9C-9FA2-CAF2D7F4C6FB}" type="parTrans" cxnId="{EF14E631-A48D-4CDD-A543-95DBC26AC381}">
      <dgm:prSet/>
      <dgm:spPr/>
      <dgm:t>
        <a:bodyPr/>
        <a:lstStyle/>
        <a:p>
          <a:endParaRPr lang="en-US"/>
        </a:p>
      </dgm:t>
    </dgm:pt>
    <dgm:pt modelId="{93DFD21F-76EE-4321-89C2-3B8895A15C80}" type="sibTrans" cxnId="{EF14E631-A48D-4CDD-A543-95DBC26AC381}">
      <dgm:prSet/>
      <dgm:spPr/>
      <dgm:t>
        <a:bodyPr/>
        <a:lstStyle/>
        <a:p>
          <a:endParaRPr lang="en-US"/>
        </a:p>
      </dgm:t>
    </dgm:pt>
    <dgm:pt modelId="{02D73EE4-FAD0-4077-99AD-DF8E1259E219}" type="pres">
      <dgm:prSet presAssocID="{D27FD217-1C27-47F2-9E1C-0AC934D33699}" presName="root" presStyleCnt="0">
        <dgm:presLayoutVars>
          <dgm:dir/>
          <dgm:resizeHandles val="exact"/>
        </dgm:presLayoutVars>
      </dgm:prSet>
      <dgm:spPr/>
    </dgm:pt>
    <dgm:pt modelId="{3452B457-C21D-443F-8A93-55ACEC5FE92B}" type="pres">
      <dgm:prSet presAssocID="{9373378F-785B-4B6D-A27F-D08AAC1BBB1C}" presName="compNode" presStyleCnt="0"/>
      <dgm:spPr/>
    </dgm:pt>
    <dgm:pt modelId="{DCC0206D-5416-44C2-AB39-B33E36C4DC14}" type="pres">
      <dgm:prSet presAssocID="{9373378F-785B-4B6D-A27F-D08AAC1BBB1C}" presName="bgRect" presStyleLbl="bgShp" presStyleIdx="0" presStyleCnt="3"/>
      <dgm:spPr/>
    </dgm:pt>
    <dgm:pt modelId="{07C5545D-7EEC-4FA5-97D9-97289DB3F065}" type="pres">
      <dgm:prSet presAssocID="{9373378F-785B-4B6D-A27F-D08AAC1BBB1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E9E40B1-AEBC-4FAD-9578-BA02157FA91E}" type="pres">
      <dgm:prSet presAssocID="{9373378F-785B-4B6D-A27F-D08AAC1BBB1C}" presName="spaceRect" presStyleCnt="0"/>
      <dgm:spPr/>
    </dgm:pt>
    <dgm:pt modelId="{ABFCC7AB-E1CD-43D1-952B-234AEDFC93AB}" type="pres">
      <dgm:prSet presAssocID="{9373378F-785B-4B6D-A27F-D08AAC1BBB1C}" presName="parTx" presStyleLbl="revTx" presStyleIdx="0" presStyleCnt="3">
        <dgm:presLayoutVars>
          <dgm:chMax val="0"/>
          <dgm:chPref val="0"/>
        </dgm:presLayoutVars>
      </dgm:prSet>
      <dgm:spPr/>
    </dgm:pt>
    <dgm:pt modelId="{4E022DE5-AAF8-4290-816C-7A7992FB2454}" type="pres">
      <dgm:prSet presAssocID="{699C3E82-40DB-4259-941A-D5F2AD4C432A}" presName="sibTrans" presStyleCnt="0"/>
      <dgm:spPr/>
    </dgm:pt>
    <dgm:pt modelId="{C99F592E-0824-47A1-8C82-D8D5CB0B9A23}" type="pres">
      <dgm:prSet presAssocID="{9A666776-1F97-4BA3-BCD0-F35AE699E2BD}" presName="compNode" presStyleCnt="0"/>
      <dgm:spPr/>
    </dgm:pt>
    <dgm:pt modelId="{B3AEDA84-4CDA-4EDB-84BB-83057B05BBA5}" type="pres">
      <dgm:prSet presAssocID="{9A666776-1F97-4BA3-BCD0-F35AE699E2BD}" presName="bgRect" presStyleLbl="bgShp" presStyleIdx="1" presStyleCnt="3"/>
      <dgm:spPr/>
    </dgm:pt>
    <dgm:pt modelId="{794F68F0-9149-4D2F-98EF-2F61C6E75A73}" type="pres">
      <dgm:prSet presAssocID="{9A666776-1F97-4BA3-BCD0-F35AE699E2B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atre"/>
        </a:ext>
      </dgm:extLst>
    </dgm:pt>
    <dgm:pt modelId="{5406CC18-E62C-4720-B087-4B6F52258881}" type="pres">
      <dgm:prSet presAssocID="{9A666776-1F97-4BA3-BCD0-F35AE699E2BD}" presName="spaceRect" presStyleCnt="0"/>
      <dgm:spPr/>
    </dgm:pt>
    <dgm:pt modelId="{F619DE79-14AA-4578-AD93-D5571AAFCD09}" type="pres">
      <dgm:prSet presAssocID="{9A666776-1F97-4BA3-BCD0-F35AE699E2BD}" presName="parTx" presStyleLbl="revTx" presStyleIdx="1" presStyleCnt="3">
        <dgm:presLayoutVars>
          <dgm:chMax val="0"/>
          <dgm:chPref val="0"/>
        </dgm:presLayoutVars>
      </dgm:prSet>
      <dgm:spPr/>
    </dgm:pt>
    <dgm:pt modelId="{EA90B3E6-93F7-4D0F-A5F0-78390ABD6D34}" type="pres">
      <dgm:prSet presAssocID="{F37D0A27-29BB-4CD7-9658-833B9B9C985C}" presName="sibTrans" presStyleCnt="0"/>
      <dgm:spPr/>
    </dgm:pt>
    <dgm:pt modelId="{0CF8B2E8-7EF7-4F40-8374-40515071C508}" type="pres">
      <dgm:prSet presAssocID="{66102827-2F12-4594-AFA9-475DECEC7D91}" presName="compNode" presStyleCnt="0"/>
      <dgm:spPr/>
    </dgm:pt>
    <dgm:pt modelId="{8366F325-F3C9-468C-BF81-713439BE2D3D}" type="pres">
      <dgm:prSet presAssocID="{66102827-2F12-4594-AFA9-475DECEC7D91}" presName="bgRect" presStyleLbl="bgShp" presStyleIdx="2" presStyleCnt="3"/>
      <dgm:spPr/>
    </dgm:pt>
    <dgm:pt modelId="{919A8134-55DF-4C82-B06B-962765736537}" type="pres">
      <dgm:prSet presAssocID="{66102827-2F12-4594-AFA9-475DECEC7D9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loons"/>
        </a:ext>
      </dgm:extLst>
    </dgm:pt>
    <dgm:pt modelId="{D825531E-DD82-43FB-B540-FBE40046E21A}" type="pres">
      <dgm:prSet presAssocID="{66102827-2F12-4594-AFA9-475DECEC7D91}" presName="spaceRect" presStyleCnt="0"/>
      <dgm:spPr/>
    </dgm:pt>
    <dgm:pt modelId="{FAC23D52-065C-4C23-829A-FF8572E7B896}" type="pres">
      <dgm:prSet presAssocID="{66102827-2F12-4594-AFA9-475DECEC7D9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F14E631-A48D-4CDD-A543-95DBC26AC381}" srcId="{D27FD217-1C27-47F2-9E1C-0AC934D33699}" destId="{66102827-2F12-4594-AFA9-475DECEC7D91}" srcOrd="2" destOrd="0" parTransId="{C35E6A86-D7FC-4B9C-9FA2-CAF2D7F4C6FB}" sibTransId="{93DFD21F-76EE-4321-89C2-3B8895A15C80}"/>
    <dgm:cxn modelId="{684A1E39-AEF8-4AB7-888A-275B2D68AF49}" srcId="{D27FD217-1C27-47F2-9E1C-0AC934D33699}" destId="{9373378F-785B-4B6D-A27F-D08AAC1BBB1C}" srcOrd="0" destOrd="0" parTransId="{06F557F9-A158-4987-B392-EC1B0AFD36BB}" sibTransId="{699C3E82-40DB-4259-941A-D5F2AD4C432A}"/>
    <dgm:cxn modelId="{99D0564F-FB36-4446-8DD5-35E6DECA2BD9}" type="presOf" srcId="{9373378F-785B-4B6D-A27F-D08AAC1BBB1C}" destId="{ABFCC7AB-E1CD-43D1-952B-234AEDFC93AB}" srcOrd="0" destOrd="0" presId="urn:microsoft.com/office/officeart/2018/2/layout/IconVerticalSolidList"/>
    <dgm:cxn modelId="{B050AB53-6157-4008-81A1-994ABD33DE5D}" type="presOf" srcId="{9A666776-1F97-4BA3-BCD0-F35AE699E2BD}" destId="{F619DE79-14AA-4578-AD93-D5571AAFCD09}" srcOrd="0" destOrd="0" presId="urn:microsoft.com/office/officeart/2018/2/layout/IconVerticalSolidList"/>
    <dgm:cxn modelId="{150AF568-B3B3-4B90-824E-E58732EA37F8}" type="presOf" srcId="{66102827-2F12-4594-AFA9-475DECEC7D91}" destId="{FAC23D52-065C-4C23-829A-FF8572E7B896}" srcOrd="0" destOrd="0" presId="urn:microsoft.com/office/officeart/2018/2/layout/IconVerticalSolidList"/>
    <dgm:cxn modelId="{129F09AC-144E-49A1-BB6C-C07FDE5875C3}" srcId="{D27FD217-1C27-47F2-9E1C-0AC934D33699}" destId="{9A666776-1F97-4BA3-BCD0-F35AE699E2BD}" srcOrd="1" destOrd="0" parTransId="{77AE39E8-06B6-47BE-B6E8-8893EF3A9049}" sibTransId="{F37D0A27-29BB-4CD7-9658-833B9B9C985C}"/>
    <dgm:cxn modelId="{7F5D55C6-5A70-4D15-9B93-439C1A89BDEE}" type="presOf" srcId="{D27FD217-1C27-47F2-9E1C-0AC934D33699}" destId="{02D73EE4-FAD0-4077-99AD-DF8E1259E219}" srcOrd="0" destOrd="0" presId="urn:microsoft.com/office/officeart/2018/2/layout/IconVerticalSolidList"/>
    <dgm:cxn modelId="{2A5597E7-52E6-4354-AA42-5EEA1AB2D171}" type="presParOf" srcId="{02D73EE4-FAD0-4077-99AD-DF8E1259E219}" destId="{3452B457-C21D-443F-8A93-55ACEC5FE92B}" srcOrd="0" destOrd="0" presId="urn:microsoft.com/office/officeart/2018/2/layout/IconVerticalSolidList"/>
    <dgm:cxn modelId="{D0F95714-833D-4E25-A239-F2C8CDB10C49}" type="presParOf" srcId="{3452B457-C21D-443F-8A93-55ACEC5FE92B}" destId="{DCC0206D-5416-44C2-AB39-B33E36C4DC14}" srcOrd="0" destOrd="0" presId="urn:microsoft.com/office/officeart/2018/2/layout/IconVerticalSolidList"/>
    <dgm:cxn modelId="{F54AFE77-8CBB-4521-BB16-C73547CB03CD}" type="presParOf" srcId="{3452B457-C21D-443F-8A93-55ACEC5FE92B}" destId="{07C5545D-7EEC-4FA5-97D9-97289DB3F065}" srcOrd="1" destOrd="0" presId="urn:microsoft.com/office/officeart/2018/2/layout/IconVerticalSolidList"/>
    <dgm:cxn modelId="{EAA4A982-ED4C-4116-99D2-7A7701F970D7}" type="presParOf" srcId="{3452B457-C21D-443F-8A93-55ACEC5FE92B}" destId="{EE9E40B1-AEBC-4FAD-9578-BA02157FA91E}" srcOrd="2" destOrd="0" presId="urn:microsoft.com/office/officeart/2018/2/layout/IconVerticalSolidList"/>
    <dgm:cxn modelId="{15C77888-594E-40FC-95AE-5B14CB031EBC}" type="presParOf" srcId="{3452B457-C21D-443F-8A93-55ACEC5FE92B}" destId="{ABFCC7AB-E1CD-43D1-952B-234AEDFC93AB}" srcOrd="3" destOrd="0" presId="urn:microsoft.com/office/officeart/2018/2/layout/IconVerticalSolidList"/>
    <dgm:cxn modelId="{CC246554-2017-4EA7-8F15-F4EDDB22BFB9}" type="presParOf" srcId="{02D73EE4-FAD0-4077-99AD-DF8E1259E219}" destId="{4E022DE5-AAF8-4290-816C-7A7992FB2454}" srcOrd="1" destOrd="0" presId="urn:microsoft.com/office/officeart/2018/2/layout/IconVerticalSolidList"/>
    <dgm:cxn modelId="{A501ABFA-D4A4-47B0-8DD7-566B22D693B0}" type="presParOf" srcId="{02D73EE4-FAD0-4077-99AD-DF8E1259E219}" destId="{C99F592E-0824-47A1-8C82-D8D5CB0B9A23}" srcOrd="2" destOrd="0" presId="urn:microsoft.com/office/officeart/2018/2/layout/IconVerticalSolidList"/>
    <dgm:cxn modelId="{4B35B13C-A616-4DB6-B55B-C9080DE4BCE8}" type="presParOf" srcId="{C99F592E-0824-47A1-8C82-D8D5CB0B9A23}" destId="{B3AEDA84-4CDA-4EDB-84BB-83057B05BBA5}" srcOrd="0" destOrd="0" presId="urn:microsoft.com/office/officeart/2018/2/layout/IconVerticalSolidList"/>
    <dgm:cxn modelId="{9AACC0E4-F742-45C7-9F7B-40BFCCD78DC3}" type="presParOf" srcId="{C99F592E-0824-47A1-8C82-D8D5CB0B9A23}" destId="{794F68F0-9149-4D2F-98EF-2F61C6E75A73}" srcOrd="1" destOrd="0" presId="urn:microsoft.com/office/officeart/2018/2/layout/IconVerticalSolidList"/>
    <dgm:cxn modelId="{02D119AC-9042-4A2F-8968-AA795DF61805}" type="presParOf" srcId="{C99F592E-0824-47A1-8C82-D8D5CB0B9A23}" destId="{5406CC18-E62C-4720-B087-4B6F52258881}" srcOrd="2" destOrd="0" presId="urn:microsoft.com/office/officeart/2018/2/layout/IconVerticalSolidList"/>
    <dgm:cxn modelId="{44553F49-4B1A-4CBD-8BD3-4C1DAABFECFC}" type="presParOf" srcId="{C99F592E-0824-47A1-8C82-D8D5CB0B9A23}" destId="{F619DE79-14AA-4578-AD93-D5571AAFCD09}" srcOrd="3" destOrd="0" presId="urn:microsoft.com/office/officeart/2018/2/layout/IconVerticalSolidList"/>
    <dgm:cxn modelId="{02DD1816-9E1E-4628-8AD1-2BB274FD9F60}" type="presParOf" srcId="{02D73EE4-FAD0-4077-99AD-DF8E1259E219}" destId="{EA90B3E6-93F7-4D0F-A5F0-78390ABD6D34}" srcOrd="3" destOrd="0" presId="urn:microsoft.com/office/officeart/2018/2/layout/IconVerticalSolidList"/>
    <dgm:cxn modelId="{DBF5F7F1-8646-45AB-8DC7-16871363081E}" type="presParOf" srcId="{02D73EE4-FAD0-4077-99AD-DF8E1259E219}" destId="{0CF8B2E8-7EF7-4F40-8374-40515071C508}" srcOrd="4" destOrd="0" presId="urn:microsoft.com/office/officeart/2018/2/layout/IconVerticalSolidList"/>
    <dgm:cxn modelId="{61235C25-6163-40DD-8096-4B9F0D2380E0}" type="presParOf" srcId="{0CF8B2E8-7EF7-4F40-8374-40515071C508}" destId="{8366F325-F3C9-468C-BF81-713439BE2D3D}" srcOrd="0" destOrd="0" presId="urn:microsoft.com/office/officeart/2018/2/layout/IconVerticalSolidList"/>
    <dgm:cxn modelId="{275222B6-2143-4F41-A08E-70651243550E}" type="presParOf" srcId="{0CF8B2E8-7EF7-4F40-8374-40515071C508}" destId="{919A8134-55DF-4C82-B06B-962765736537}" srcOrd="1" destOrd="0" presId="urn:microsoft.com/office/officeart/2018/2/layout/IconVerticalSolidList"/>
    <dgm:cxn modelId="{B2D0AC0E-4AA7-429A-9DAF-E76F100F55DC}" type="presParOf" srcId="{0CF8B2E8-7EF7-4F40-8374-40515071C508}" destId="{D825531E-DD82-43FB-B540-FBE40046E21A}" srcOrd="2" destOrd="0" presId="urn:microsoft.com/office/officeart/2018/2/layout/IconVerticalSolidList"/>
    <dgm:cxn modelId="{6296C7AD-0DCA-4675-AE2E-E5BBD2F218C9}" type="presParOf" srcId="{0CF8B2E8-7EF7-4F40-8374-40515071C508}" destId="{FAC23D52-065C-4C23-829A-FF8572E7B89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D57272E-8463-4569-A811-5DA791B8DADC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FEBF9AC-CB7C-47BA-8855-1C4256CE08C9}">
      <dgm:prSet/>
      <dgm:spPr/>
      <dgm:t>
        <a:bodyPr/>
        <a:lstStyle/>
        <a:p>
          <a:r>
            <a:rPr lang="en-US"/>
            <a:t>🎯 Define what a prompt is</a:t>
          </a:r>
        </a:p>
      </dgm:t>
    </dgm:pt>
    <dgm:pt modelId="{4277F2F8-6D9A-438E-839E-DC8C7BD74190}" type="parTrans" cxnId="{5FC37BEB-254A-40AD-AACB-D14E0C1453F2}">
      <dgm:prSet/>
      <dgm:spPr/>
      <dgm:t>
        <a:bodyPr/>
        <a:lstStyle/>
        <a:p>
          <a:endParaRPr lang="en-US"/>
        </a:p>
      </dgm:t>
    </dgm:pt>
    <dgm:pt modelId="{86C881DB-4B45-4B59-973D-D71144E8774E}" type="sibTrans" cxnId="{5FC37BEB-254A-40AD-AACB-D14E0C1453F2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4ED1F69E-F174-4DF3-B020-7CD60A6BBC24}">
      <dgm:prSet/>
      <dgm:spPr/>
      <dgm:t>
        <a:bodyPr/>
        <a:lstStyle/>
        <a:p>
          <a:r>
            <a:rPr lang="en-US"/>
            <a:t>🔍 Understand its role across fields</a:t>
          </a:r>
        </a:p>
      </dgm:t>
    </dgm:pt>
    <dgm:pt modelId="{630F48A6-D54A-439C-A22E-803A2AE88728}" type="parTrans" cxnId="{F3025FB4-4C22-4544-80F9-0A9D2461D7F7}">
      <dgm:prSet/>
      <dgm:spPr/>
      <dgm:t>
        <a:bodyPr/>
        <a:lstStyle/>
        <a:p>
          <a:endParaRPr lang="en-US"/>
        </a:p>
      </dgm:t>
    </dgm:pt>
    <dgm:pt modelId="{EE49B029-8B99-4B6D-ACBD-93F7D78C0DA4}" type="sibTrans" cxnId="{F3025FB4-4C22-4544-80F9-0A9D2461D7F7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1C222C6A-A814-4303-8C46-3519750A3872}">
      <dgm:prSet/>
      <dgm:spPr/>
      <dgm:t>
        <a:bodyPr/>
        <a:lstStyle/>
        <a:p>
          <a:r>
            <a:rPr lang="en-US"/>
            <a:t>🧠 Learn key terms: Prompt, LLM, Generative AI, Context</a:t>
          </a:r>
        </a:p>
      </dgm:t>
    </dgm:pt>
    <dgm:pt modelId="{7A4EC61B-8031-4027-8B46-95448A8EEA58}" type="parTrans" cxnId="{03ECAE6B-8DD7-4E96-8A12-3E935923B140}">
      <dgm:prSet/>
      <dgm:spPr/>
      <dgm:t>
        <a:bodyPr/>
        <a:lstStyle/>
        <a:p>
          <a:endParaRPr lang="en-US"/>
        </a:p>
      </dgm:t>
    </dgm:pt>
    <dgm:pt modelId="{5C44192C-2D29-4077-941A-34EAF74FD2F0}" type="sibTrans" cxnId="{03ECAE6B-8DD7-4E96-8A12-3E935923B140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B2AD7E83-ACB2-4156-A992-D91EB265B03C}">
      <dgm:prSet/>
      <dgm:spPr/>
      <dgm:t>
        <a:bodyPr/>
        <a:lstStyle/>
        <a:p>
          <a:r>
            <a:rPr lang="en-US"/>
            <a:t>🌍 Explore applications</a:t>
          </a:r>
        </a:p>
      </dgm:t>
    </dgm:pt>
    <dgm:pt modelId="{3F116629-A8CB-4FFC-A114-7B1C2C97B6CE}" type="parTrans" cxnId="{F34EFFEE-A195-4EBE-B117-7CB7842A48C4}">
      <dgm:prSet/>
      <dgm:spPr/>
      <dgm:t>
        <a:bodyPr/>
        <a:lstStyle/>
        <a:p>
          <a:endParaRPr lang="en-US"/>
        </a:p>
      </dgm:t>
    </dgm:pt>
    <dgm:pt modelId="{EFB2AD07-C5EC-4A27-990A-7290F9910813}" type="sibTrans" cxnId="{F34EFFEE-A195-4EBE-B117-7CB7842A48C4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8C5688E4-6515-4FB1-A39C-3E4B9048E289}">
      <dgm:prSet/>
      <dgm:spPr/>
      <dgm:t>
        <a:bodyPr/>
        <a:lstStyle/>
        <a:p>
          <a:r>
            <a:rPr lang="en-US"/>
            <a:t>💡 Prepare to create and refine prompts</a:t>
          </a:r>
        </a:p>
      </dgm:t>
    </dgm:pt>
    <dgm:pt modelId="{64060EDF-B510-45FD-8ACE-602E617C28DC}" type="parTrans" cxnId="{A37F1737-F918-4889-B9B2-45BF69F4124B}">
      <dgm:prSet/>
      <dgm:spPr/>
      <dgm:t>
        <a:bodyPr/>
        <a:lstStyle/>
        <a:p>
          <a:endParaRPr lang="en-US"/>
        </a:p>
      </dgm:t>
    </dgm:pt>
    <dgm:pt modelId="{E6501A59-D847-4F51-AD24-44BA8390A6E2}" type="sibTrans" cxnId="{A37F1737-F918-4889-B9B2-45BF69F4124B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69A0E854-A82A-6247-B7DA-261ABBFDF252}" type="pres">
      <dgm:prSet presAssocID="{BD57272E-8463-4569-A811-5DA791B8DADC}" presName="Name0" presStyleCnt="0">
        <dgm:presLayoutVars>
          <dgm:animLvl val="lvl"/>
          <dgm:resizeHandles val="exact"/>
        </dgm:presLayoutVars>
      </dgm:prSet>
      <dgm:spPr/>
    </dgm:pt>
    <dgm:pt modelId="{26DE5DC2-A13F-524A-BA0B-CB903B99487B}" type="pres">
      <dgm:prSet presAssocID="{3FEBF9AC-CB7C-47BA-8855-1C4256CE08C9}" presName="compositeNode" presStyleCnt="0">
        <dgm:presLayoutVars>
          <dgm:bulletEnabled val="1"/>
        </dgm:presLayoutVars>
      </dgm:prSet>
      <dgm:spPr/>
    </dgm:pt>
    <dgm:pt modelId="{12EA3944-36F1-EB41-9C20-71BA2BBDC8F0}" type="pres">
      <dgm:prSet presAssocID="{3FEBF9AC-CB7C-47BA-8855-1C4256CE08C9}" presName="bgRect" presStyleLbl="bgAccFollowNode1" presStyleIdx="0" presStyleCnt="5"/>
      <dgm:spPr/>
    </dgm:pt>
    <dgm:pt modelId="{57C4E1FD-18EE-8E43-9AB0-8BF99336FD75}" type="pres">
      <dgm:prSet presAssocID="{86C881DB-4B45-4B59-973D-D71144E8774E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0A800BFB-D0B5-E543-A6DE-6F3A26C81E0C}" type="pres">
      <dgm:prSet presAssocID="{3FEBF9AC-CB7C-47BA-8855-1C4256CE08C9}" presName="bottomLine" presStyleLbl="alignNode1" presStyleIdx="1" presStyleCnt="10">
        <dgm:presLayoutVars/>
      </dgm:prSet>
      <dgm:spPr/>
    </dgm:pt>
    <dgm:pt modelId="{9EC4539B-F50A-BE44-8119-003FA99E0400}" type="pres">
      <dgm:prSet presAssocID="{3FEBF9AC-CB7C-47BA-8855-1C4256CE08C9}" presName="nodeText" presStyleLbl="bgAccFollowNode1" presStyleIdx="0" presStyleCnt="5">
        <dgm:presLayoutVars>
          <dgm:bulletEnabled val="1"/>
        </dgm:presLayoutVars>
      </dgm:prSet>
      <dgm:spPr/>
    </dgm:pt>
    <dgm:pt modelId="{3BB84354-CC9D-2B42-98B4-436FA3CC68A2}" type="pres">
      <dgm:prSet presAssocID="{86C881DB-4B45-4B59-973D-D71144E8774E}" presName="sibTrans" presStyleCnt="0"/>
      <dgm:spPr/>
    </dgm:pt>
    <dgm:pt modelId="{7C0D3FA4-5B6E-8E4B-B60A-50349042EB0E}" type="pres">
      <dgm:prSet presAssocID="{4ED1F69E-F174-4DF3-B020-7CD60A6BBC24}" presName="compositeNode" presStyleCnt="0">
        <dgm:presLayoutVars>
          <dgm:bulletEnabled val="1"/>
        </dgm:presLayoutVars>
      </dgm:prSet>
      <dgm:spPr/>
    </dgm:pt>
    <dgm:pt modelId="{A036DC5D-EC29-8A49-959C-513F1616D5D5}" type="pres">
      <dgm:prSet presAssocID="{4ED1F69E-F174-4DF3-B020-7CD60A6BBC24}" presName="bgRect" presStyleLbl="bgAccFollowNode1" presStyleIdx="1" presStyleCnt="5"/>
      <dgm:spPr/>
    </dgm:pt>
    <dgm:pt modelId="{D60DD48D-6C22-E447-851D-3312B9CF913D}" type="pres">
      <dgm:prSet presAssocID="{EE49B029-8B99-4B6D-ACBD-93F7D78C0DA4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346654CF-8878-424F-A8DD-89FE47C67013}" type="pres">
      <dgm:prSet presAssocID="{4ED1F69E-F174-4DF3-B020-7CD60A6BBC24}" presName="bottomLine" presStyleLbl="alignNode1" presStyleIdx="3" presStyleCnt="10">
        <dgm:presLayoutVars/>
      </dgm:prSet>
      <dgm:spPr/>
    </dgm:pt>
    <dgm:pt modelId="{1A51E094-5B9B-1941-B0DD-FE452D0CA853}" type="pres">
      <dgm:prSet presAssocID="{4ED1F69E-F174-4DF3-B020-7CD60A6BBC24}" presName="nodeText" presStyleLbl="bgAccFollowNode1" presStyleIdx="1" presStyleCnt="5">
        <dgm:presLayoutVars>
          <dgm:bulletEnabled val="1"/>
        </dgm:presLayoutVars>
      </dgm:prSet>
      <dgm:spPr/>
    </dgm:pt>
    <dgm:pt modelId="{C70A063E-9227-CC4D-B79D-722A64079BB2}" type="pres">
      <dgm:prSet presAssocID="{EE49B029-8B99-4B6D-ACBD-93F7D78C0DA4}" presName="sibTrans" presStyleCnt="0"/>
      <dgm:spPr/>
    </dgm:pt>
    <dgm:pt modelId="{EEEECD98-4BD5-6E40-88BA-6C257C2258AE}" type="pres">
      <dgm:prSet presAssocID="{1C222C6A-A814-4303-8C46-3519750A3872}" presName="compositeNode" presStyleCnt="0">
        <dgm:presLayoutVars>
          <dgm:bulletEnabled val="1"/>
        </dgm:presLayoutVars>
      </dgm:prSet>
      <dgm:spPr/>
    </dgm:pt>
    <dgm:pt modelId="{C8C36045-C8DA-274D-AE48-C47EFD8A85DD}" type="pres">
      <dgm:prSet presAssocID="{1C222C6A-A814-4303-8C46-3519750A3872}" presName="bgRect" presStyleLbl="bgAccFollowNode1" presStyleIdx="2" presStyleCnt="5"/>
      <dgm:spPr/>
    </dgm:pt>
    <dgm:pt modelId="{DB86F1A9-9E00-BB43-95F1-6213E5FFE384}" type="pres">
      <dgm:prSet presAssocID="{5C44192C-2D29-4077-941A-34EAF74FD2F0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F2106EBA-E175-A149-A7F7-D3008802A2E6}" type="pres">
      <dgm:prSet presAssocID="{1C222C6A-A814-4303-8C46-3519750A3872}" presName="bottomLine" presStyleLbl="alignNode1" presStyleIdx="5" presStyleCnt="10">
        <dgm:presLayoutVars/>
      </dgm:prSet>
      <dgm:spPr/>
    </dgm:pt>
    <dgm:pt modelId="{1AE0AB20-2F7F-134A-97FC-2572C92D0DCE}" type="pres">
      <dgm:prSet presAssocID="{1C222C6A-A814-4303-8C46-3519750A3872}" presName="nodeText" presStyleLbl="bgAccFollowNode1" presStyleIdx="2" presStyleCnt="5">
        <dgm:presLayoutVars>
          <dgm:bulletEnabled val="1"/>
        </dgm:presLayoutVars>
      </dgm:prSet>
      <dgm:spPr/>
    </dgm:pt>
    <dgm:pt modelId="{8887A91A-3EF7-784B-900F-DC7BFA4294B5}" type="pres">
      <dgm:prSet presAssocID="{5C44192C-2D29-4077-941A-34EAF74FD2F0}" presName="sibTrans" presStyleCnt="0"/>
      <dgm:spPr/>
    </dgm:pt>
    <dgm:pt modelId="{358A7E96-C235-CD43-87C8-3DB1B17A92BF}" type="pres">
      <dgm:prSet presAssocID="{B2AD7E83-ACB2-4156-A992-D91EB265B03C}" presName="compositeNode" presStyleCnt="0">
        <dgm:presLayoutVars>
          <dgm:bulletEnabled val="1"/>
        </dgm:presLayoutVars>
      </dgm:prSet>
      <dgm:spPr/>
    </dgm:pt>
    <dgm:pt modelId="{AF74BC29-C776-6E4F-95C6-D18630BCED7A}" type="pres">
      <dgm:prSet presAssocID="{B2AD7E83-ACB2-4156-A992-D91EB265B03C}" presName="bgRect" presStyleLbl="bgAccFollowNode1" presStyleIdx="3" presStyleCnt="5"/>
      <dgm:spPr/>
    </dgm:pt>
    <dgm:pt modelId="{9B570EB7-D9C3-4542-9CDE-E101E395A509}" type="pres">
      <dgm:prSet presAssocID="{EFB2AD07-C5EC-4A27-990A-7290F9910813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BCCC5165-626C-6345-8D53-957FD33F3E51}" type="pres">
      <dgm:prSet presAssocID="{B2AD7E83-ACB2-4156-A992-D91EB265B03C}" presName="bottomLine" presStyleLbl="alignNode1" presStyleIdx="7" presStyleCnt="10">
        <dgm:presLayoutVars/>
      </dgm:prSet>
      <dgm:spPr/>
    </dgm:pt>
    <dgm:pt modelId="{F8BB4B66-DD9C-2E47-AC4A-C25EC29B0759}" type="pres">
      <dgm:prSet presAssocID="{B2AD7E83-ACB2-4156-A992-D91EB265B03C}" presName="nodeText" presStyleLbl="bgAccFollowNode1" presStyleIdx="3" presStyleCnt="5">
        <dgm:presLayoutVars>
          <dgm:bulletEnabled val="1"/>
        </dgm:presLayoutVars>
      </dgm:prSet>
      <dgm:spPr/>
    </dgm:pt>
    <dgm:pt modelId="{3A134841-DD25-8048-8433-F79FBDEE04E8}" type="pres">
      <dgm:prSet presAssocID="{EFB2AD07-C5EC-4A27-990A-7290F9910813}" presName="sibTrans" presStyleCnt="0"/>
      <dgm:spPr/>
    </dgm:pt>
    <dgm:pt modelId="{3189F9B3-0ED2-DF42-9F70-A624D6AD70B9}" type="pres">
      <dgm:prSet presAssocID="{8C5688E4-6515-4FB1-A39C-3E4B9048E289}" presName="compositeNode" presStyleCnt="0">
        <dgm:presLayoutVars>
          <dgm:bulletEnabled val="1"/>
        </dgm:presLayoutVars>
      </dgm:prSet>
      <dgm:spPr/>
    </dgm:pt>
    <dgm:pt modelId="{DCF02978-61ED-7F44-8F1D-D2ECF138E2B8}" type="pres">
      <dgm:prSet presAssocID="{8C5688E4-6515-4FB1-A39C-3E4B9048E289}" presName="bgRect" presStyleLbl="bgAccFollowNode1" presStyleIdx="4" presStyleCnt="5"/>
      <dgm:spPr/>
    </dgm:pt>
    <dgm:pt modelId="{0212678D-73E7-E04B-9C0E-C092D5DF4CBB}" type="pres">
      <dgm:prSet presAssocID="{E6501A59-D847-4F51-AD24-44BA8390A6E2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0211D734-CCBC-D948-943F-BE0844373FDA}" type="pres">
      <dgm:prSet presAssocID="{8C5688E4-6515-4FB1-A39C-3E4B9048E289}" presName="bottomLine" presStyleLbl="alignNode1" presStyleIdx="9" presStyleCnt="10">
        <dgm:presLayoutVars/>
      </dgm:prSet>
      <dgm:spPr/>
    </dgm:pt>
    <dgm:pt modelId="{4C2710CA-C495-EA4F-8ED5-0F04BC0A9733}" type="pres">
      <dgm:prSet presAssocID="{8C5688E4-6515-4FB1-A39C-3E4B9048E289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EB004909-8792-514D-80B1-540EB3D70A66}" type="presOf" srcId="{1C222C6A-A814-4303-8C46-3519750A3872}" destId="{C8C36045-C8DA-274D-AE48-C47EFD8A85DD}" srcOrd="0" destOrd="0" presId="urn:microsoft.com/office/officeart/2016/7/layout/BasicLinearProcessNumbered"/>
    <dgm:cxn modelId="{99D18614-9D50-CD4B-8048-4B1C1097495D}" type="presOf" srcId="{8C5688E4-6515-4FB1-A39C-3E4B9048E289}" destId="{4C2710CA-C495-EA4F-8ED5-0F04BC0A9733}" srcOrd="1" destOrd="0" presId="urn:microsoft.com/office/officeart/2016/7/layout/BasicLinearProcessNumbered"/>
    <dgm:cxn modelId="{C2BB0334-D240-A94C-9553-AF503FB87E28}" type="presOf" srcId="{4ED1F69E-F174-4DF3-B020-7CD60A6BBC24}" destId="{A036DC5D-EC29-8A49-959C-513F1616D5D5}" srcOrd="0" destOrd="0" presId="urn:microsoft.com/office/officeart/2016/7/layout/BasicLinearProcessNumbered"/>
    <dgm:cxn modelId="{A37F1737-F918-4889-B9B2-45BF69F4124B}" srcId="{BD57272E-8463-4569-A811-5DA791B8DADC}" destId="{8C5688E4-6515-4FB1-A39C-3E4B9048E289}" srcOrd="4" destOrd="0" parTransId="{64060EDF-B510-45FD-8ACE-602E617C28DC}" sibTransId="{E6501A59-D847-4F51-AD24-44BA8390A6E2}"/>
    <dgm:cxn modelId="{7C56413A-9B8D-6345-BD03-459F82AF0CF6}" type="presOf" srcId="{B2AD7E83-ACB2-4156-A992-D91EB265B03C}" destId="{F8BB4B66-DD9C-2E47-AC4A-C25EC29B0759}" srcOrd="1" destOrd="0" presId="urn:microsoft.com/office/officeart/2016/7/layout/BasicLinearProcessNumbered"/>
    <dgm:cxn modelId="{8ECFB440-C9A6-C944-9ACF-59F968AB55CC}" type="presOf" srcId="{B2AD7E83-ACB2-4156-A992-D91EB265B03C}" destId="{AF74BC29-C776-6E4F-95C6-D18630BCED7A}" srcOrd="0" destOrd="0" presId="urn:microsoft.com/office/officeart/2016/7/layout/BasicLinearProcessNumbered"/>
    <dgm:cxn modelId="{5275915A-D657-4D47-8957-BC9395CB6895}" type="presOf" srcId="{EFB2AD07-C5EC-4A27-990A-7290F9910813}" destId="{9B570EB7-D9C3-4542-9CDE-E101E395A509}" srcOrd="0" destOrd="0" presId="urn:microsoft.com/office/officeart/2016/7/layout/BasicLinearProcessNumbered"/>
    <dgm:cxn modelId="{18BA5069-904A-8549-BDD9-5D6A361F1209}" type="presOf" srcId="{E6501A59-D847-4F51-AD24-44BA8390A6E2}" destId="{0212678D-73E7-E04B-9C0E-C092D5DF4CBB}" srcOrd="0" destOrd="0" presId="urn:microsoft.com/office/officeart/2016/7/layout/BasicLinearProcessNumbered"/>
    <dgm:cxn modelId="{03ECAE6B-8DD7-4E96-8A12-3E935923B140}" srcId="{BD57272E-8463-4569-A811-5DA791B8DADC}" destId="{1C222C6A-A814-4303-8C46-3519750A3872}" srcOrd="2" destOrd="0" parTransId="{7A4EC61B-8031-4027-8B46-95448A8EEA58}" sibTransId="{5C44192C-2D29-4077-941A-34EAF74FD2F0}"/>
    <dgm:cxn modelId="{75B6D66B-EA18-7544-B7A4-3452ECB896A7}" type="presOf" srcId="{8C5688E4-6515-4FB1-A39C-3E4B9048E289}" destId="{DCF02978-61ED-7F44-8F1D-D2ECF138E2B8}" srcOrd="0" destOrd="0" presId="urn:microsoft.com/office/officeart/2016/7/layout/BasicLinearProcessNumbered"/>
    <dgm:cxn modelId="{C63E2F6D-A2F9-2B4D-AEED-C530D1055D7B}" type="presOf" srcId="{BD57272E-8463-4569-A811-5DA791B8DADC}" destId="{69A0E854-A82A-6247-B7DA-261ABBFDF252}" srcOrd="0" destOrd="0" presId="urn:microsoft.com/office/officeart/2016/7/layout/BasicLinearProcessNumbered"/>
    <dgm:cxn modelId="{8E2E8D6F-DF9C-0B4C-885C-860B34462839}" type="presOf" srcId="{5C44192C-2D29-4077-941A-34EAF74FD2F0}" destId="{DB86F1A9-9E00-BB43-95F1-6213E5FFE384}" srcOrd="0" destOrd="0" presId="urn:microsoft.com/office/officeart/2016/7/layout/BasicLinearProcessNumbered"/>
    <dgm:cxn modelId="{CB02718B-0831-6049-BE2B-19811D6ED247}" type="presOf" srcId="{1C222C6A-A814-4303-8C46-3519750A3872}" destId="{1AE0AB20-2F7F-134A-97FC-2572C92D0DCE}" srcOrd="1" destOrd="0" presId="urn:microsoft.com/office/officeart/2016/7/layout/BasicLinearProcessNumbered"/>
    <dgm:cxn modelId="{45BF1895-4C5D-F746-9118-523D999A8E40}" type="presOf" srcId="{3FEBF9AC-CB7C-47BA-8855-1C4256CE08C9}" destId="{9EC4539B-F50A-BE44-8119-003FA99E0400}" srcOrd="1" destOrd="0" presId="urn:microsoft.com/office/officeart/2016/7/layout/BasicLinearProcessNumbered"/>
    <dgm:cxn modelId="{CCA8239D-755F-4342-93FD-19BBCCCDCCAD}" type="presOf" srcId="{86C881DB-4B45-4B59-973D-D71144E8774E}" destId="{57C4E1FD-18EE-8E43-9AB0-8BF99336FD75}" srcOrd="0" destOrd="0" presId="urn:microsoft.com/office/officeart/2016/7/layout/BasicLinearProcessNumbered"/>
    <dgm:cxn modelId="{F3025FB4-4C22-4544-80F9-0A9D2461D7F7}" srcId="{BD57272E-8463-4569-A811-5DA791B8DADC}" destId="{4ED1F69E-F174-4DF3-B020-7CD60A6BBC24}" srcOrd="1" destOrd="0" parTransId="{630F48A6-D54A-439C-A22E-803A2AE88728}" sibTransId="{EE49B029-8B99-4B6D-ACBD-93F7D78C0DA4}"/>
    <dgm:cxn modelId="{583065C8-B299-AF45-8FDE-A99540422EF5}" type="presOf" srcId="{EE49B029-8B99-4B6D-ACBD-93F7D78C0DA4}" destId="{D60DD48D-6C22-E447-851D-3312B9CF913D}" srcOrd="0" destOrd="0" presId="urn:microsoft.com/office/officeart/2016/7/layout/BasicLinearProcessNumbered"/>
    <dgm:cxn modelId="{0BAA6DCC-255A-054E-854A-C589C51EFA42}" type="presOf" srcId="{4ED1F69E-F174-4DF3-B020-7CD60A6BBC24}" destId="{1A51E094-5B9B-1941-B0DD-FE452D0CA853}" srcOrd="1" destOrd="0" presId="urn:microsoft.com/office/officeart/2016/7/layout/BasicLinearProcessNumbered"/>
    <dgm:cxn modelId="{E723FCE2-60C6-0444-BE82-D946B46BDA2F}" type="presOf" srcId="{3FEBF9AC-CB7C-47BA-8855-1C4256CE08C9}" destId="{12EA3944-36F1-EB41-9C20-71BA2BBDC8F0}" srcOrd="0" destOrd="0" presId="urn:microsoft.com/office/officeart/2016/7/layout/BasicLinearProcessNumbered"/>
    <dgm:cxn modelId="{5FC37BEB-254A-40AD-AACB-D14E0C1453F2}" srcId="{BD57272E-8463-4569-A811-5DA791B8DADC}" destId="{3FEBF9AC-CB7C-47BA-8855-1C4256CE08C9}" srcOrd="0" destOrd="0" parTransId="{4277F2F8-6D9A-438E-839E-DC8C7BD74190}" sibTransId="{86C881DB-4B45-4B59-973D-D71144E8774E}"/>
    <dgm:cxn modelId="{F34EFFEE-A195-4EBE-B117-7CB7842A48C4}" srcId="{BD57272E-8463-4569-A811-5DA791B8DADC}" destId="{B2AD7E83-ACB2-4156-A992-D91EB265B03C}" srcOrd="3" destOrd="0" parTransId="{3F116629-A8CB-4FFC-A114-7B1C2C97B6CE}" sibTransId="{EFB2AD07-C5EC-4A27-990A-7290F9910813}"/>
    <dgm:cxn modelId="{860EFA56-5DA1-B242-9B60-76827973B2EA}" type="presParOf" srcId="{69A0E854-A82A-6247-B7DA-261ABBFDF252}" destId="{26DE5DC2-A13F-524A-BA0B-CB903B99487B}" srcOrd="0" destOrd="0" presId="urn:microsoft.com/office/officeart/2016/7/layout/BasicLinearProcessNumbered"/>
    <dgm:cxn modelId="{2A50A0F8-6F17-9143-83C3-2D4BE6F5F1C0}" type="presParOf" srcId="{26DE5DC2-A13F-524A-BA0B-CB903B99487B}" destId="{12EA3944-36F1-EB41-9C20-71BA2BBDC8F0}" srcOrd="0" destOrd="0" presId="urn:microsoft.com/office/officeart/2016/7/layout/BasicLinearProcessNumbered"/>
    <dgm:cxn modelId="{144057C0-B8FA-0D4C-B72E-8FE0A2163FF9}" type="presParOf" srcId="{26DE5DC2-A13F-524A-BA0B-CB903B99487B}" destId="{57C4E1FD-18EE-8E43-9AB0-8BF99336FD75}" srcOrd="1" destOrd="0" presId="urn:microsoft.com/office/officeart/2016/7/layout/BasicLinearProcessNumbered"/>
    <dgm:cxn modelId="{48A81FD2-D9DD-9C40-AAD0-37E95BBC3535}" type="presParOf" srcId="{26DE5DC2-A13F-524A-BA0B-CB903B99487B}" destId="{0A800BFB-D0B5-E543-A6DE-6F3A26C81E0C}" srcOrd="2" destOrd="0" presId="urn:microsoft.com/office/officeart/2016/7/layout/BasicLinearProcessNumbered"/>
    <dgm:cxn modelId="{AC12AA18-12A5-C040-8CBB-9D90E2728DD9}" type="presParOf" srcId="{26DE5DC2-A13F-524A-BA0B-CB903B99487B}" destId="{9EC4539B-F50A-BE44-8119-003FA99E0400}" srcOrd="3" destOrd="0" presId="urn:microsoft.com/office/officeart/2016/7/layout/BasicLinearProcessNumbered"/>
    <dgm:cxn modelId="{A6F5615E-7085-3A4A-99F5-33A7A69239C7}" type="presParOf" srcId="{69A0E854-A82A-6247-B7DA-261ABBFDF252}" destId="{3BB84354-CC9D-2B42-98B4-436FA3CC68A2}" srcOrd="1" destOrd="0" presId="urn:microsoft.com/office/officeart/2016/7/layout/BasicLinearProcessNumbered"/>
    <dgm:cxn modelId="{4D925F73-6A91-BF44-9F26-0270EAC9E0BB}" type="presParOf" srcId="{69A0E854-A82A-6247-B7DA-261ABBFDF252}" destId="{7C0D3FA4-5B6E-8E4B-B60A-50349042EB0E}" srcOrd="2" destOrd="0" presId="urn:microsoft.com/office/officeart/2016/7/layout/BasicLinearProcessNumbered"/>
    <dgm:cxn modelId="{BDDB0647-7024-5542-9198-5206D2986C20}" type="presParOf" srcId="{7C0D3FA4-5B6E-8E4B-B60A-50349042EB0E}" destId="{A036DC5D-EC29-8A49-959C-513F1616D5D5}" srcOrd="0" destOrd="0" presId="urn:microsoft.com/office/officeart/2016/7/layout/BasicLinearProcessNumbered"/>
    <dgm:cxn modelId="{74535546-3E29-1D41-9710-38C6DBCCC6DA}" type="presParOf" srcId="{7C0D3FA4-5B6E-8E4B-B60A-50349042EB0E}" destId="{D60DD48D-6C22-E447-851D-3312B9CF913D}" srcOrd="1" destOrd="0" presId="urn:microsoft.com/office/officeart/2016/7/layout/BasicLinearProcessNumbered"/>
    <dgm:cxn modelId="{FC63FBEF-2B78-A744-88DC-501166E841A4}" type="presParOf" srcId="{7C0D3FA4-5B6E-8E4B-B60A-50349042EB0E}" destId="{346654CF-8878-424F-A8DD-89FE47C67013}" srcOrd="2" destOrd="0" presId="urn:microsoft.com/office/officeart/2016/7/layout/BasicLinearProcessNumbered"/>
    <dgm:cxn modelId="{72C278B7-043B-984A-8141-EFE198FEC9D9}" type="presParOf" srcId="{7C0D3FA4-5B6E-8E4B-B60A-50349042EB0E}" destId="{1A51E094-5B9B-1941-B0DD-FE452D0CA853}" srcOrd="3" destOrd="0" presId="urn:microsoft.com/office/officeart/2016/7/layout/BasicLinearProcessNumbered"/>
    <dgm:cxn modelId="{C2D46BE2-29FB-824B-97AB-24B42CA8FB14}" type="presParOf" srcId="{69A0E854-A82A-6247-B7DA-261ABBFDF252}" destId="{C70A063E-9227-CC4D-B79D-722A64079BB2}" srcOrd="3" destOrd="0" presId="urn:microsoft.com/office/officeart/2016/7/layout/BasicLinearProcessNumbered"/>
    <dgm:cxn modelId="{E5A7B246-1E63-A34A-9C68-F04818FEDFB9}" type="presParOf" srcId="{69A0E854-A82A-6247-B7DA-261ABBFDF252}" destId="{EEEECD98-4BD5-6E40-88BA-6C257C2258AE}" srcOrd="4" destOrd="0" presId="urn:microsoft.com/office/officeart/2016/7/layout/BasicLinearProcessNumbered"/>
    <dgm:cxn modelId="{6E53C935-E91D-654B-9546-6B6553FC1632}" type="presParOf" srcId="{EEEECD98-4BD5-6E40-88BA-6C257C2258AE}" destId="{C8C36045-C8DA-274D-AE48-C47EFD8A85DD}" srcOrd="0" destOrd="0" presId="urn:microsoft.com/office/officeart/2016/7/layout/BasicLinearProcessNumbered"/>
    <dgm:cxn modelId="{A24FD261-813F-FF4D-9BE5-972D3D255C49}" type="presParOf" srcId="{EEEECD98-4BD5-6E40-88BA-6C257C2258AE}" destId="{DB86F1A9-9E00-BB43-95F1-6213E5FFE384}" srcOrd="1" destOrd="0" presId="urn:microsoft.com/office/officeart/2016/7/layout/BasicLinearProcessNumbered"/>
    <dgm:cxn modelId="{E5D45263-E0EE-D34E-924E-42CDA740BCA4}" type="presParOf" srcId="{EEEECD98-4BD5-6E40-88BA-6C257C2258AE}" destId="{F2106EBA-E175-A149-A7F7-D3008802A2E6}" srcOrd="2" destOrd="0" presId="urn:microsoft.com/office/officeart/2016/7/layout/BasicLinearProcessNumbered"/>
    <dgm:cxn modelId="{03EAFFB3-CF7C-4E45-9E56-54ED45112A1C}" type="presParOf" srcId="{EEEECD98-4BD5-6E40-88BA-6C257C2258AE}" destId="{1AE0AB20-2F7F-134A-97FC-2572C92D0DCE}" srcOrd="3" destOrd="0" presId="urn:microsoft.com/office/officeart/2016/7/layout/BasicLinearProcessNumbered"/>
    <dgm:cxn modelId="{0C6A9398-BBB6-4E49-BCD9-B057013234EA}" type="presParOf" srcId="{69A0E854-A82A-6247-B7DA-261ABBFDF252}" destId="{8887A91A-3EF7-784B-900F-DC7BFA4294B5}" srcOrd="5" destOrd="0" presId="urn:microsoft.com/office/officeart/2016/7/layout/BasicLinearProcessNumbered"/>
    <dgm:cxn modelId="{8CFE7F5C-7894-064A-974B-B6DBD58A0CFC}" type="presParOf" srcId="{69A0E854-A82A-6247-B7DA-261ABBFDF252}" destId="{358A7E96-C235-CD43-87C8-3DB1B17A92BF}" srcOrd="6" destOrd="0" presId="urn:microsoft.com/office/officeart/2016/7/layout/BasicLinearProcessNumbered"/>
    <dgm:cxn modelId="{0D890C1D-41E2-1247-8C18-25E4327B96E4}" type="presParOf" srcId="{358A7E96-C235-CD43-87C8-3DB1B17A92BF}" destId="{AF74BC29-C776-6E4F-95C6-D18630BCED7A}" srcOrd="0" destOrd="0" presId="urn:microsoft.com/office/officeart/2016/7/layout/BasicLinearProcessNumbered"/>
    <dgm:cxn modelId="{CCA0F4B3-07B1-B546-8BA7-0F6AB17EA375}" type="presParOf" srcId="{358A7E96-C235-CD43-87C8-3DB1B17A92BF}" destId="{9B570EB7-D9C3-4542-9CDE-E101E395A509}" srcOrd="1" destOrd="0" presId="urn:microsoft.com/office/officeart/2016/7/layout/BasicLinearProcessNumbered"/>
    <dgm:cxn modelId="{7447E30D-10AD-DC48-87D6-295514AF5A7D}" type="presParOf" srcId="{358A7E96-C235-CD43-87C8-3DB1B17A92BF}" destId="{BCCC5165-626C-6345-8D53-957FD33F3E51}" srcOrd="2" destOrd="0" presId="urn:microsoft.com/office/officeart/2016/7/layout/BasicLinearProcessNumbered"/>
    <dgm:cxn modelId="{0B639DC0-5FA7-A941-8917-8E57D6085D25}" type="presParOf" srcId="{358A7E96-C235-CD43-87C8-3DB1B17A92BF}" destId="{F8BB4B66-DD9C-2E47-AC4A-C25EC29B0759}" srcOrd="3" destOrd="0" presId="urn:microsoft.com/office/officeart/2016/7/layout/BasicLinearProcessNumbered"/>
    <dgm:cxn modelId="{221B8F42-5CE7-6E46-94C4-69EA31E62719}" type="presParOf" srcId="{69A0E854-A82A-6247-B7DA-261ABBFDF252}" destId="{3A134841-DD25-8048-8433-F79FBDEE04E8}" srcOrd="7" destOrd="0" presId="urn:microsoft.com/office/officeart/2016/7/layout/BasicLinearProcessNumbered"/>
    <dgm:cxn modelId="{265DC323-78E3-FD4F-8DC9-B0D289777601}" type="presParOf" srcId="{69A0E854-A82A-6247-B7DA-261ABBFDF252}" destId="{3189F9B3-0ED2-DF42-9F70-A624D6AD70B9}" srcOrd="8" destOrd="0" presId="urn:microsoft.com/office/officeart/2016/7/layout/BasicLinearProcessNumbered"/>
    <dgm:cxn modelId="{8181853B-1C24-B44D-A304-6E7434E8B9B4}" type="presParOf" srcId="{3189F9B3-0ED2-DF42-9F70-A624D6AD70B9}" destId="{DCF02978-61ED-7F44-8F1D-D2ECF138E2B8}" srcOrd="0" destOrd="0" presId="urn:microsoft.com/office/officeart/2016/7/layout/BasicLinearProcessNumbered"/>
    <dgm:cxn modelId="{98C12157-3A36-D840-BB9B-830BFE10F709}" type="presParOf" srcId="{3189F9B3-0ED2-DF42-9F70-A624D6AD70B9}" destId="{0212678D-73E7-E04B-9C0E-C092D5DF4CBB}" srcOrd="1" destOrd="0" presId="urn:microsoft.com/office/officeart/2016/7/layout/BasicLinearProcessNumbered"/>
    <dgm:cxn modelId="{5DAC5360-2965-0D43-91C5-B548A0631916}" type="presParOf" srcId="{3189F9B3-0ED2-DF42-9F70-A624D6AD70B9}" destId="{0211D734-CCBC-D948-943F-BE0844373FDA}" srcOrd="2" destOrd="0" presId="urn:microsoft.com/office/officeart/2016/7/layout/BasicLinearProcessNumbered"/>
    <dgm:cxn modelId="{E44DAC87-9E5C-6648-9914-E1A9DEA4ED2A}" type="presParOf" srcId="{3189F9B3-0ED2-DF42-9F70-A624D6AD70B9}" destId="{4C2710CA-C495-EA4F-8ED5-0F04BC0A9733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D7A0248-F639-47D4-A97C-6C037A10663D}" type="doc">
      <dgm:prSet loTypeId="urn:microsoft.com/office/officeart/2009/3/layout/HorizontalOrganizationChart" loCatId="hierarchy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D42F778-B089-4213-B7E4-9948EA983C1F}">
      <dgm:prSet/>
      <dgm:spPr/>
      <dgm:t>
        <a:bodyPr/>
        <a:lstStyle/>
        <a:p>
          <a:r>
            <a:rPr lang="en-US" dirty="0"/>
            <a:t>💬 Input/instruction given to an AI system</a:t>
          </a:r>
        </a:p>
      </dgm:t>
    </dgm:pt>
    <dgm:pt modelId="{824C1EEC-FCDB-48A4-9A39-949622534DC3}" type="parTrans" cxnId="{C655E09A-B086-42CE-AC19-62B69C25B006}">
      <dgm:prSet/>
      <dgm:spPr/>
      <dgm:t>
        <a:bodyPr/>
        <a:lstStyle/>
        <a:p>
          <a:endParaRPr lang="en-US"/>
        </a:p>
      </dgm:t>
    </dgm:pt>
    <dgm:pt modelId="{5AFAB845-9CA8-46B6-87B6-FF8B2D9AC571}" type="sibTrans" cxnId="{C655E09A-B086-42CE-AC19-62B69C25B006}">
      <dgm:prSet/>
      <dgm:spPr/>
      <dgm:t>
        <a:bodyPr/>
        <a:lstStyle/>
        <a:p>
          <a:endParaRPr lang="en-US"/>
        </a:p>
      </dgm:t>
    </dgm:pt>
    <dgm:pt modelId="{8E6EEEE8-E9F0-4E31-87D3-75BB6BE6AB11}">
      <dgm:prSet/>
      <dgm:spPr/>
      <dgm:t>
        <a:bodyPr/>
        <a:lstStyle/>
        <a:p>
          <a:r>
            <a:rPr lang="en-US"/>
            <a:t>🔍 Analogy: Asking a professor vs searching Google</a:t>
          </a:r>
        </a:p>
      </dgm:t>
    </dgm:pt>
    <dgm:pt modelId="{B446C8A5-EF40-48FE-A5D0-A5481A7E8ABA}" type="parTrans" cxnId="{53A88A30-B8C2-407F-BA11-C544496366AA}">
      <dgm:prSet/>
      <dgm:spPr/>
      <dgm:t>
        <a:bodyPr/>
        <a:lstStyle/>
        <a:p>
          <a:endParaRPr lang="en-US"/>
        </a:p>
      </dgm:t>
    </dgm:pt>
    <dgm:pt modelId="{DAC23A7E-B70E-4824-ADBF-2ACFFD456852}" type="sibTrans" cxnId="{53A88A30-B8C2-407F-BA11-C544496366AA}">
      <dgm:prSet/>
      <dgm:spPr/>
      <dgm:t>
        <a:bodyPr/>
        <a:lstStyle/>
        <a:p>
          <a:endParaRPr lang="en-US"/>
        </a:p>
      </dgm:t>
    </dgm:pt>
    <dgm:pt modelId="{610A1669-4B3B-4395-A8D0-5F761FE70AD7}">
      <dgm:prSet/>
      <dgm:spPr/>
      <dgm:t>
        <a:bodyPr/>
        <a:lstStyle/>
        <a:p>
          <a:r>
            <a:rPr lang="en-US"/>
            <a:t>⚖️ Example</a:t>
          </a:r>
          <a:r>
            <a:rPr lang="tr-TR"/>
            <a:t>s</a:t>
          </a:r>
          <a:r>
            <a:rPr lang="en-US"/>
            <a:t>:</a:t>
          </a:r>
        </a:p>
      </dgm:t>
    </dgm:pt>
    <dgm:pt modelId="{97D41E44-3A15-4DAC-BB9B-455D16FB6E3E}" type="parTrans" cxnId="{FB6BF682-8C3D-4919-B20E-BC4836EE4BDD}">
      <dgm:prSet/>
      <dgm:spPr/>
      <dgm:t>
        <a:bodyPr/>
        <a:lstStyle/>
        <a:p>
          <a:endParaRPr lang="en-US"/>
        </a:p>
      </dgm:t>
    </dgm:pt>
    <dgm:pt modelId="{54D7E577-0AF1-48FB-922F-D4C3799DECFB}" type="sibTrans" cxnId="{FB6BF682-8C3D-4919-B20E-BC4836EE4BDD}">
      <dgm:prSet/>
      <dgm:spPr/>
      <dgm:t>
        <a:bodyPr/>
        <a:lstStyle/>
        <a:p>
          <a:endParaRPr lang="en-US"/>
        </a:p>
      </dgm:t>
    </dgm:pt>
    <dgm:pt modelId="{CF8F8992-CB37-44AF-9E1F-36C6EDDB5EEA}">
      <dgm:prSet/>
      <dgm:spPr/>
      <dgm:t>
        <a:bodyPr/>
        <a:lstStyle/>
        <a:p>
          <a:r>
            <a:rPr lang="en-US"/>
            <a:t>Bad: 'Tell me about physics.’</a:t>
          </a:r>
        </a:p>
      </dgm:t>
    </dgm:pt>
    <dgm:pt modelId="{D7691E0D-1130-41BF-9241-25EB1103F548}" type="parTrans" cxnId="{C7A2014A-F4FC-4F5B-B024-20775CEF9EEE}">
      <dgm:prSet/>
      <dgm:spPr/>
      <dgm:t>
        <a:bodyPr/>
        <a:lstStyle/>
        <a:p>
          <a:endParaRPr lang="en-US"/>
        </a:p>
      </dgm:t>
    </dgm:pt>
    <dgm:pt modelId="{778BD6D3-8E25-4BB3-A4D5-0628D50AD2A6}" type="sibTrans" cxnId="{C7A2014A-F4FC-4F5B-B024-20775CEF9EEE}">
      <dgm:prSet/>
      <dgm:spPr/>
      <dgm:t>
        <a:bodyPr/>
        <a:lstStyle/>
        <a:p>
          <a:endParaRPr lang="en-US"/>
        </a:p>
      </dgm:t>
    </dgm:pt>
    <dgm:pt modelId="{A11DE5A4-78A4-4522-BEB7-3D12D28B8D38}">
      <dgm:prSet/>
      <dgm:spPr/>
      <dgm:t>
        <a:bodyPr/>
        <a:lstStyle/>
        <a:p>
          <a:r>
            <a:rPr lang="tr-TR"/>
            <a:t>Good: 'Explain Newton’s 3 laws of motion with examples'</a:t>
          </a:r>
          <a:endParaRPr lang="en-US"/>
        </a:p>
      </dgm:t>
    </dgm:pt>
    <dgm:pt modelId="{EB34CFC8-A83D-4E69-8A3C-5A838A428E85}" type="parTrans" cxnId="{C2FEED6A-319D-492E-8C12-102E9B167D03}">
      <dgm:prSet/>
      <dgm:spPr/>
      <dgm:t>
        <a:bodyPr/>
        <a:lstStyle/>
        <a:p>
          <a:endParaRPr lang="en-US"/>
        </a:p>
      </dgm:t>
    </dgm:pt>
    <dgm:pt modelId="{AECA88E1-CC5C-4F30-9016-D839AB74A419}" type="sibTrans" cxnId="{C2FEED6A-319D-492E-8C12-102E9B167D03}">
      <dgm:prSet/>
      <dgm:spPr/>
      <dgm:t>
        <a:bodyPr/>
        <a:lstStyle/>
        <a:p>
          <a:endParaRPr lang="en-US"/>
        </a:p>
      </dgm:t>
    </dgm:pt>
    <dgm:pt modelId="{0B5EFC30-E10B-9D4C-BAFF-5044876524BC}" type="pres">
      <dgm:prSet presAssocID="{2D7A0248-F639-47D4-A97C-6C037A10663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30DF336-CE75-A841-815D-56FA58FF64BC}" type="pres">
      <dgm:prSet presAssocID="{3D42F778-B089-4213-B7E4-9948EA983C1F}" presName="hierRoot1" presStyleCnt="0">
        <dgm:presLayoutVars>
          <dgm:hierBranch val="init"/>
        </dgm:presLayoutVars>
      </dgm:prSet>
      <dgm:spPr/>
    </dgm:pt>
    <dgm:pt modelId="{A5E81350-1245-3B4B-AD62-0371B95D2726}" type="pres">
      <dgm:prSet presAssocID="{3D42F778-B089-4213-B7E4-9948EA983C1F}" presName="rootComposite1" presStyleCnt="0"/>
      <dgm:spPr/>
    </dgm:pt>
    <dgm:pt modelId="{D4D14221-86F7-524E-8259-2D3B637EAFC6}" type="pres">
      <dgm:prSet presAssocID="{3D42F778-B089-4213-B7E4-9948EA983C1F}" presName="rootText1" presStyleLbl="node0" presStyleIdx="0" presStyleCnt="3" custScaleX="222307">
        <dgm:presLayoutVars>
          <dgm:chPref val="3"/>
        </dgm:presLayoutVars>
      </dgm:prSet>
      <dgm:spPr/>
    </dgm:pt>
    <dgm:pt modelId="{FF8F1C49-07B8-1641-838B-2E6C026CA890}" type="pres">
      <dgm:prSet presAssocID="{3D42F778-B089-4213-B7E4-9948EA983C1F}" presName="rootConnector1" presStyleLbl="node1" presStyleIdx="0" presStyleCnt="0"/>
      <dgm:spPr/>
    </dgm:pt>
    <dgm:pt modelId="{125C816F-18C9-9249-A671-F87DFCF17D0E}" type="pres">
      <dgm:prSet presAssocID="{3D42F778-B089-4213-B7E4-9948EA983C1F}" presName="hierChild2" presStyleCnt="0"/>
      <dgm:spPr/>
    </dgm:pt>
    <dgm:pt modelId="{7BB4771E-A74C-2347-A8BB-B3501E965874}" type="pres">
      <dgm:prSet presAssocID="{3D42F778-B089-4213-B7E4-9948EA983C1F}" presName="hierChild3" presStyleCnt="0"/>
      <dgm:spPr/>
    </dgm:pt>
    <dgm:pt modelId="{57130CBF-B664-504E-AC8D-29D2B3C19B02}" type="pres">
      <dgm:prSet presAssocID="{8E6EEEE8-E9F0-4E31-87D3-75BB6BE6AB11}" presName="hierRoot1" presStyleCnt="0">
        <dgm:presLayoutVars>
          <dgm:hierBranch val="init"/>
        </dgm:presLayoutVars>
      </dgm:prSet>
      <dgm:spPr/>
    </dgm:pt>
    <dgm:pt modelId="{98C8A70D-1EB2-524D-BF8F-08C9BE6B23EB}" type="pres">
      <dgm:prSet presAssocID="{8E6EEEE8-E9F0-4E31-87D3-75BB6BE6AB11}" presName="rootComposite1" presStyleCnt="0"/>
      <dgm:spPr/>
    </dgm:pt>
    <dgm:pt modelId="{67FCF5B4-4210-FC47-B089-5B11C0C4A401}" type="pres">
      <dgm:prSet presAssocID="{8E6EEEE8-E9F0-4E31-87D3-75BB6BE6AB11}" presName="rootText1" presStyleLbl="node0" presStyleIdx="1" presStyleCnt="3" custScaleX="222609">
        <dgm:presLayoutVars>
          <dgm:chPref val="3"/>
        </dgm:presLayoutVars>
      </dgm:prSet>
      <dgm:spPr/>
    </dgm:pt>
    <dgm:pt modelId="{029C8FF7-F486-B44E-938B-D9A8C5B191CE}" type="pres">
      <dgm:prSet presAssocID="{8E6EEEE8-E9F0-4E31-87D3-75BB6BE6AB11}" presName="rootConnector1" presStyleLbl="node1" presStyleIdx="0" presStyleCnt="0"/>
      <dgm:spPr/>
    </dgm:pt>
    <dgm:pt modelId="{C175043C-93EF-B64C-9992-4DA5B10728F9}" type="pres">
      <dgm:prSet presAssocID="{8E6EEEE8-E9F0-4E31-87D3-75BB6BE6AB11}" presName="hierChild2" presStyleCnt="0"/>
      <dgm:spPr/>
    </dgm:pt>
    <dgm:pt modelId="{3D7D592E-961D-6B48-9518-9059B14326D4}" type="pres">
      <dgm:prSet presAssocID="{8E6EEEE8-E9F0-4E31-87D3-75BB6BE6AB11}" presName="hierChild3" presStyleCnt="0"/>
      <dgm:spPr/>
    </dgm:pt>
    <dgm:pt modelId="{28E33DE8-733C-5448-88DC-1A980F0FF27A}" type="pres">
      <dgm:prSet presAssocID="{610A1669-4B3B-4395-A8D0-5F761FE70AD7}" presName="hierRoot1" presStyleCnt="0">
        <dgm:presLayoutVars>
          <dgm:hierBranch val="init"/>
        </dgm:presLayoutVars>
      </dgm:prSet>
      <dgm:spPr/>
    </dgm:pt>
    <dgm:pt modelId="{E6CA62FE-DB4D-8649-B7C2-4D8A3DAB718F}" type="pres">
      <dgm:prSet presAssocID="{610A1669-4B3B-4395-A8D0-5F761FE70AD7}" presName="rootComposite1" presStyleCnt="0"/>
      <dgm:spPr/>
    </dgm:pt>
    <dgm:pt modelId="{90D3FEFA-BFFD-C144-948B-545B3D4704DD}" type="pres">
      <dgm:prSet presAssocID="{610A1669-4B3B-4395-A8D0-5F761FE70AD7}" presName="rootText1" presStyleLbl="node0" presStyleIdx="2" presStyleCnt="3" custScaleX="57513">
        <dgm:presLayoutVars>
          <dgm:chPref val="3"/>
        </dgm:presLayoutVars>
      </dgm:prSet>
      <dgm:spPr/>
    </dgm:pt>
    <dgm:pt modelId="{FC4F24DC-58F3-574C-A184-1D4204356A96}" type="pres">
      <dgm:prSet presAssocID="{610A1669-4B3B-4395-A8D0-5F761FE70AD7}" presName="rootConnector1" presStyleLbl="node1" presStyleIdx="0" presStyleCnt="0"/>
      <dgm:spPr/>
    </dgm:pt>
    <dgm:pt modelId="{46BF53D5-6352-8140-B1E2-661DF4ECFE7D}" type="pres">
      <dgm:prSet presAssocID="{610A1669-4B3B-4395-A8D0-5F761FE70AD7}" presName="hierChild2" presStyleCnt="0"/>
      <dgm:spPr/>
    </dgm:pt>
    <dgm:pt modelId="{9AAE656E-2D1E-3A4E-BB7F-652AB63270AF}" type="pres">
      <dgm:prSet presAssocID="{D7691E0D-1130-41BF-9241-25EB1103F548}" presName="Name64" presStyleLbl="parChTrans1D2" presStyleIdx="0" presStyleCnt="2"/>
      <dgm:spPr/>
    </dgm:pt>
    <dgm:pt modelId="{363DF7FF-B8A1-134E-B4D6-3C0142A15EFB}" type="pres">
      <dgm:prSet presAssocID="{CF8F8992-CB37-44AF-9E1F-36C6EDDB5EEA}" presName="hierRoot2" presStyleCnt="0">
        <dgm:presLayoutVars>
          <dgm:hierBranch val="init"/>
        </dgm:presLayoutVars>
      </dgm:prSet>
      <dgm:spPr/>
    </dgm:pt>
    <dgm:pt modelId="{B8731883-8F4B-2A49-8D53-6BE3F931FA7D}" type="pres">
      <dgm:prSet presAssocID="{CF8F8992-CB37-44AF-9E1F-36C6EDDB5EEA}" presName="rootComposite" presStyleCnt="0"/>
      <dgm:spPr/>
    </dgm:pt>
    <dgm:pt modelId="{EE926034-6DA7-6348-8A3D-BCA8942EF158}" type="pres">
      <dgm:prSet presAssocID="{CF8F8992-CB37-44AF-9E1F-36C6EDDB5EEA}" presName="rootText" presStyleLbl="node2" presStyleIdx="0" presStyleCnt="2">
        <dgm:presLayoutVars>
          <dgm:chPref val="3"/>
        </dgm:presLayoutVars>
      </dgm:prSet>
      <dgm:spPr/>
    </dgm:pt>
    <dgm:pt modelId="{1B62B1F2-726D-2B40-AB89-5013B9A81FFE}" type="pres">
      <dgm:prSet presAssocID="{CF8F8992-CB37-44AF-9E1F-36C6EDDB5EEA}" presName="rootConnector" presStyleLbl="node2" presStyleIdx="0" presStyleCnt="2"/>
      <dgm:spPr/>
    </dgm:pt>
    <dgm:pt modelId="{44E041D3-D894-6448-9DAF-FA1FB59FD982}" type="pres">
      <dgm:prSet presAssocID="{CF8F8992-CB37-44AF-9E1F-36C6EDDB5EEA}" presName="hierChild4" presStyleCnt="0"/>
      <dgm:spPr/>
    </dgm:pt>
    <dgm:pt modelId="{29BD6398-CB42-9141-8463-EC6AA4F90415}" type="pres">
      <dgm:prSet presAssocID="{CF8F8992-CB37-44AF-9E1F-36C6EDDB5EEA}" presName="hierChild5" presStyleCnt="0"/>
      <dgm:spPr/>
    </dgm:pt>
    <dgm:pt modelId="{823F17B8-C688-394A-855C-1D3ACC0140E7}" type="pres">
      <dgm:prSet presAssocID="{EB34CFC8-A83D-4E69-8A3C-5A838A428E85}" presName="Name64" presStyleLbl="parChTrans1D2" presStyleIdx="1" presStyleCnt="2"/>
      <dgm:spPr/>
    </dgm:pt>
    <dgm:pt modelId="{FDF1A7E7-7396-A54A-91B6-54BA45D35ACD}" type="pres">
      <dgm:prSet presAssocID="{A11DE5A4-78A4-4522-BEB7-3D12D28B8D38}" presName="hierRoot2" presStyleCnt="0">
        <dgm:presLayoutVars>
          <dgm:hierBranch val="init"/>
        </dgm:presLayoutVars>
      </dgm:prSet>
      <dgm:spPr/>
    </dgm:pt>
    <dgm:pt modelId="{B141DACA-5EB3-6A42-9CD0-331FBF0F380A}" type="pres">
      <dgm:prSet presAssocID="{A11DE5A4-78A4-4522-BEB7-3D12D28B8D38}" presName="rootComposite" presStyleCnt="0"/>
      <dgm:spPr/>
    </dgm:pt>
    <dgm:pt modelId="{441A4BFD-1EE0-DF4A-A9E8-C0B0172B91E9}" type="pres">
      <dgm:prSet presAssocID="{A11DE5A4-78A4-4522-BEB7-3D12D28B8D38}" presName="rootText" presStyleLbl="node2" presStyleIdx="1" presStyleCnt="2">
        <dgm:presLayoutVars>
          <dgm:chPref val="3"/>
        </dgm:presLayoutVars>
      </dgm:prSet>
      <dgm:spPr/>
    </dgm:pt>
    <dgm:pt modelId="{40B933B2-7DAE-BE48-A729-9F785AB52DD9}" type="pres">
      <dgm:prSet presAssocID="{A11DE5A4-78A4-4522-BEB7-3D12D28B8D38}" presName="rootConnector" presStyleLbl="node2" presStyleIdx="1" presStyleCnt="2"/>
      <dgm:spPr/>
    </dgm:pt>
    <dgm:pt modelId="{924EB94E-902A-2E4F-95A4-DF207B62E8A4}" type="pres">
      <dgm:prSet presAssocID="{A11DE5A4-78A4-4522-BEB7-3D12D28B8D38}" presName="hierChild4" presStyleCnt="0"/>
      <dgm:spPr/>
    </dgm:pt>
    <dgm:pt modelId="{2815D883-F4B9-9F4F-BD9D-546E42DFCBB0}" type="pres">
      <dgm:prSet presAssocID="{A11DE5A4-78A4-4522-BEB7-3D12D28B8D38}" presName="hierChild5" presStyleCnt="0"/>
      <dgm:spPr/>
    </dgm:pt>
    <dgm:pt modelId="{A0A62A9E-EE91-2B4F-BBB8-2E062788FFDD}" type="pres">
      <dgm:prSet presAssocID="{610A1669-4B3B-4395-A8D0-5F761FE70AD7}" presName="hierChild3" presStyleCnt="0"/>
      <dgm:spPr/>
    </dgm:pt>
  </dgm:ptLst>
  <dgm:cxnLst>
    <dgm:cxn modelId="{F9DA8505-19D3-A042-9991-0A793B2BBE2D}" type="presOf" srcId="{A11DE5A4-78A4-4522-BEB7-3D12D28B8D38}" destId="{441A4BFD-1EE0-DF4A-A9E8-C0B0172B91E9}" srcOrd="0" destOrd="0" presId="urn:microsoft.com/office/officeart/2009/3/layout/HorizontalOrganizationChart"/>
    <dgm:cxn modelId="{13850B0B-307B-F04C-840E-BE56E69A02C6}" type="presOf" srcId="{3D42F778-B089-4213-B7E4-9948EA983C1F}" destId="{FF8F1C49-07B8-1641-838B-2E6C026CA890}" srcOrd="1" destOrd="0" presId="urn:microsoft.com/office/officeart/2009/3/layout/HorizontalOrganizationChart"/>
    <dgm:cxn modelId="{881FD20D-67D0-D044-A725-9EAD2FB32823}" type="presOf" srcId="{CF8F8992-CB37-44AF-9E1F-36C6EDDB5EEA}" destId="{1B62B1F2-726D-2B40-AB89-5013B9A81FFE}" srcOrd="1" destOrd="0" presId="urn:microsoft.com/office/officeart/2009/3/layout/HorizontalOrganizationChart"/>
    <dgm:cxn modelId="{53A88A30-B8C2-407F-BA11-C544496366AA}" srcId="{2D7A0248-F639-47D4-A97C-6C037A10663D}" destId="{8E6EEEE8-E9F0-4E31-87D3-75BB6BE6AB11}" srcOrd="1" destOrd="0" parTransId="{B446C8A5-EF40-48FE-A5D0-A5481A7E8ABA}" sibTransId="{DAC23A7E-B70E-4824-ADBF-2ACFFD456852}"/>
    <dgm:cxn modelId="{095C133B-9C2E-DB4A-ACBC-8963B2F260D5}" type="presOf" srcId="{610A1669-4B3B-4395-A8D0-5F761FE70AD7}" destId="{90D3FEFA-BFFD-C144-948B-545B3D4704DD}" srcOrd="0" destOrd="0" presId="urn:microsoft.com/office/officeart/2009/3/layout/HorizontalOrganizationChart"/>
    <dgm:cxn modelId="{8A467145-CA35-B64F-A1FD-67561A7AE3E8}" type="presOf" srcId="{D7691E0D-1130-41BF-9241-25EB1103F548}" destId="{9AAE656E-2D1E-3A4E-BB7F-652AB63270AF}" srcOrd="0" destOrd="0" presId="urn:microsoft.com/office/officeart/2009/3/layout/HorizontalOrganizationChart"/>
    <dgm:cxn modelId="{C7A2014A-F4FC-4F5B-B024-20775CEF9EEE}" srcId="{610A1669-4B3B-4395-A8D0-5F761FE70AD7}" destId="{CF8F8992-CB37-44AF-9E1F-36C6EDDB5EEA}" srcOrd="0" destOrd="0" parTransId="{D7691E0D-1130-41BF-9241-25EB1103F548}" sibTransId="{778BD6D3-8E25-4BB3-A4D5-0628D50AD2A6}"/>
    <dgm:cxn modelId="{79CF2354-DC59-F241-9696-06FE7BB792F0}" type="presOf" srcId="{3D42F778-B089-4213-B7E4-9948EA983C1F}" destId="{D4D14221-86F7-524E-8259-2D3B637EAFC6}" srcOrd="0" destOrd="0" presId="urn:microsoft.com/office/officeart/2009/3/layout/HorizontalOrganizationChart"/>
    <dgm:cxn modelId="{C2625357-214E-A14C-A002-65B0C09909FB}" type="presOf" srcId="{2D7A0248-F639-47D4-A97C-6C037A10663D}" destId="{0B5EFC30-E10B-9D4C-BAFF-5044876524BC}" srcOrd="0" destOrd="0" presId="urn:microsoft.com/office/officeart/2009/3/layout/HorizontalOrganizationChart"/>
    <dgm:cxn modelId="{5A10AB5E-2F92-F342-B31C-3E9723C615AD}" type="presOf" srcId="{610A1669-4B3B-4395-A8D0-5F761FE70AD7}" destId="{FC4F24DC-58F3-574C-A184-1D4204356A96}" srcOrd="1" destOrd="0" presId="urn:microsoft.com/office/officeart/2009/3/layout/HorizontalOrganizationChart"/>
    <dgm:cxn modelId="{C2FEED6A-319D-492E-8C12-102E9B167D03}" srcId="{610A1669-4B3B-4395-A8D0-5F761FE70AD7}" destId="{A11DE5A4-78A4-4522-BEB7-3D12D28B8D38}" srcOrd="1" destOrd="0" parTransId="{EB34CFC8-A83D-4E69-8A3C-5A838A428E85}" sibTransId="{AECA88E1-CC5C-4F30-9016-D839AB74A419}"/>
    <dgm:cxn modelId="{FB6BF682-8C3D-4919-B20E-BC4836EE4BDD}" srcId="{2D7A0248-F639-47D4-A97C-6C037A10663D}" destId="{610A1669-4B3B-4395-A8D0-5F761FE70AD7}" srcOrd="2" destOrd="0" parTransId="{97D41E44-3A15-4DAC-BB9B-455D16FB6E3E}" sibTransId="{54D7E577-0AF1-48FB-922F-D4C3799DECFB}"/>
    <dgm:cxn modelId="{C655E09A-B086-42CE-AC19-62B69C25B006}" srcId="{2D7A0248-F639-47D4-A97C-6C037A10663D}" destId="{3D42F778-B089-4213-B7E4-9948EA983C1F}" srcOrd="0" destOrd="0" parTransId="{824C1EEC-FCDB-48A4-9A39-949622534DC3}" sibTransId="{5AFAB845-9CA8-46B6-87B6-FF8B2D9AC571}"/>
    <dgm:cxn modelId="{DE1140B1-5BCB-FA45-B4B5-DF373F2F3D25}" type="presOf" srcId="{8E6EEEE8-E9F0-4E31-87D3-75BB6BE6AB11}" destId="{029C8FF7-F486-B44E-938B-D9A8C5B191CE}" srcOrd="1" destOrd="0" presId="urn:microsoft.com/office/officeart/2009/3/layout/HorizontalOrganizationChart"/>
    <dgm:cxn modelId="{A70BA4DB-C215-0349-A718-1281786FF0F6}" type="presOf" srcId="{CF8F8992-CB37-44AF-9E1F-36C6EDDB5EEA}" destId="{EE926034-6DA7-6348-8A3D-BCA8942EF158}" srcOrd="0" destOrd="0" presId="urn:microsoft.com/office/officeart/2009/3/layout/HorizontalOrganizationChart"/>
    <dgm:cxn modelId="{67E9D5F1-65A2-A449-B18E-948169994D4F}" type="presOf" srcId="{A11DE5A4-78A4-4522-BEB7-3D12D28B8D38}" destId="{40B933B2-7DAE-BE48-A729-9F785AB52DD9}" srcOrd="1" destOrd="0" presId="urn:microsoft.com/office/officeart/2009/3/layout/HorizontalOrganizationChart"/>
    <dgm:cxn modelId="{66DDADF4-F2AC-BC42-951F-6AAB06A6E389}" type="presOf" srcId="{EB34CFC8-A83D-4E69-8A3C-5A838A428E85}" destId="{823F17B8-C688-394A-855C-1D3ACC0140E7}" srcOrd="0" destOrd="0" presId="urn:microsoft.com/office/officeart/2009/3/layout/HorizontalOrganizationChart"/>
    <dgm:cxn modelId="{E91A31F9-40DD-2F4E-B1E9-FA5FF41F6470}" type="presOf" srcId="{8E6EEEE8-E9F0-4E31-87D3-75BB6BE6AB11}" destId="{67FCF5B4-4210-FC47-B089-5B11C0C4A401}" srcOrd="0" destOrd="0" presId="urn:microsoft.com/office/officeart/2009/3/layout/HorizontalOrganizationChart"/>
    <dgm:cxn modelId="{85BAD632-00D1-7246-9383-C374B8F61104}" type="presParOf" srcId="{0B5EFC30-E10B-9D4C-BAFF-5044876524BC}" destId="{D30DF336-CE75-A841-815D-56FA58FF64BC}" srcOrd="0" destOrd="0" presId="urn:microsoft.com/office/officeart/2009/3/layout/HorizontalOrganizationChart"/>
    <dgm:cxn modelId="{E29A1116-60AD-EE4B-9F6B-F79644A2C3A9}" type="presParOf" srcId="{D30DF336-CE75-A841-815D-56FA58FF64BC}" destId="{A5E81350-1245-3B4B-AD62-0371B95D2726}" srcOrd="0" destOrd="0" presId="urn:microsoft.com/office/officeart/2009/3/layout/HorizontalOrganizationChart"/>
    <dgm:cxn modelId="{80F288CD-6F10-504C-BCCB-12493DBAAE23}" type="presParOf" srcId="{A5E81350-1245-3B4B-AD62-0371B95D2726}" destId="{D4D14221-86F7-524E-8259-2D3B637EAFC6}" srcOrd="0" destOrd="0" presId="urn:microsoft.com/office/officeart/2009/3/layout/HorizontalOrganizationChart"/>
    <dgm:cxn modelId="{DA7AD284-ACFF-E14C-8BBF-06FF932600D6}" type="presParOf" srcId="{A5E81350-1245-3B4B-AD62-0371B95D2726}" destId="{FF8F1C49-07B8-1641-838B-2E6C026CA890}" srcOrd="1" destOrd="0" presId="urn:microsoft.com/office/officeart/2009/3/layout/HorizontalOrganizationChart"/>
    <dgm:cxn modelId="{533D7BFD-EB22-9046-A9F7-F2B665882B7A}" type="presParOf" srcId="{D30DF336-CE75-A841-815D-56FA58FF64BC}" destId="{125C816F-18C9-9249-A671-F87DFCF17D0E}" srcOrd="1" destOrd="0" presId="urn:microsoft.com/office/officeart/2009/3/layout/HorizontalOrganizationChart"/>
    <dgm:cxn modelId="{E1FDE526-0CCD-CD4B-9162-66F24C9F45F2}" type="presParOf" srcId="{D30DF336-CE75-A841-815D-56FA58FF64BC}" destId="{7BB4771E-A74C-2347-A8BB-B3501E965874}" srcOrd="2" destOrd="0" presId="urn:microsoft.com/office/officeart/2009/3/layout/HorizontalOrganizationChart"/>
    <dgm:cxn modelId="{15F5D9E5-3DC7-5547-9DD8-16DC65E93523}" type="presParOf" srcId="{0B5EFC30-E10B-9D4C-BAFF-5044876524BC}" destId="{57130CBF-B664-504E-AC8D-29D2B3C19B02}" srcOrd="1" destOrd="0" presId="urn:microsoft.com/office/officeart/2009/3/layout/HorizontalOrganizationChart"/>
    <dgm:cxn modelId="{694BD236-D3EB-AA40-826B-3B16B1E070DE}" type="presParOf" srcId="{57130CBF-B664-504E-AC8D-29D2B3C19B02}" destId="{98C8A70D-1EB2-524D-BF8F-08C9BE6B23EB}" srcOrd="0" destOrd="0" presId="urn:microsoft.com/office/officeart/2009/3/layout/HorizontalOrganizationChart"/>
    <dgm:cxn modelId="{F680EE59-B5C6-3248-8DFB-B5B8ADBBA57D}" type="presParOf" srcId="{98C8A70D-1EB2-524D-BF8F-08C9BE6B23EB}" destId="{67FCF5B4-4210-FC47-B089-5B11C0C4A401}" srcOrd="0" destOrd="0" presId="urn:microsoft.com/office/officeart/2009/3/layout/HorizontalOrganizationChart"/>
    <dgm:cxn modelId="{65F1A2E6-2B99-C548-AADE-6A83FE9E3A90}" type="presParOf" srcId="{98C8A70D-1EB2-524D-BF8F-08C9BE6B23EB}" destId="{029C8FF7-F486-B44E-938B-D9A8C5B191CE}" srcOrd="1" destOrd="0" presId="urn:microsoft.com/office/officeart/2009/3/layout/HorizontalOrganizationChart"/>
    <dgm:cxn modelId="{A143C7E9-2964-9D47-AAD8-94E25D1758AB}" type="presParOf" srcId="{57130CBF-B664-504E-AC8D-29D2B3C19B02}" destId="{C175043C-93EF-B64C-9992-4DA5B10728F9}" srcOrd="1" destOrd="0" presId="urn:microsoft.com/office/officeart/2009/3/layout/HorizontalOrganizationChart"/>
    <dgm:cxn modelId="{57A738F5-0DE2-6C4E-8A3C-6231AAF4E52E}" type="presParOf" srcId="{57130CBF-B664-504E-AC8D-29D2B3C19B02}" destId="{3D7D592E-961D-6B48-9518-9059B14326D4}" srcOrd="2" destOrd="0" presId="urn:microsoft.com/office/officeart/2009/3/layout/HorizontalOrganizationChart"/>
    <dgm:cxn modelId="{85CBE3D1-F8CA-344D-9B83-5FFAC7DD6951}" type="presParOf" srcId="{0B5EFC30-E10B-9D4C-BAFF-5044876524BC}" destId="{28E33DE8-733C-5448-88DC-1A980F0FF27A}" srcOrd="2" destOrd="0" presId="urn:microsoft.com/office/officeart/2009/3/layout/HorizontalOrganizationChart"/>
    <dgm:cxn modelId="{D9A43EF1-1B13-5C4D-9E17-6D31E806EF9B}" type="presParOf" srcId="{28E33DE8-733C-5448-88DC-1A980F0FF27A}" destId="{E6CA62FE-DB4D-8649-B7C2-4D8A3DAB718F}" srcOrd="0" destOrd="0" presId="urn:microsoft.com/office/officeart/2009/3/layout/HorizontalOrganizationChart"/>
    <dgm:cxn modelId="{39CBD9C1-7AC2-7E43-95C0-0160F2E838F7}" type="presParOf" srcId="{E6CA62FE-DB4D-8649-B7C2-4D8A3DAB718F}" destId="{90D3FEFA-BFFD-C144-948B-545B3D4704DD}" srcOrd="0" destOrd="0" presId="urn:microsoft.com/office/officeart/2009/3/layout/HorizontalOrganizationChart"/>
    <dgm:cxn modelId="{BBA8A0B4-6034-FA44-9332-7C0654CA2579}" type="presParOf" srcId="{E6CA62FE-DB4D-8649-B7C2-4D8A3DAB718F}" destId="{FC4F24DC-58F3-574C-A184-1D4204356A96}" srcOrd="1" destOrd="0" presId="urn:microsoft.com/office/officeart/2009/3/layout/HorizontalOrganizationChart"/>
    <dgm:cxn modelId="{91FB95F4-2CC0-3644-B8BF-25B8CE669042}" type="presParOf" srcId="{28E33DE8-733C-5448-88DC-1A980F0FF27A}" destId="{46BF53D5-6352-8140-B1E2-661DF4ECFE7D}" srcOrd="1" destOrd="0" presId="urn:microsoft.com/office/officeart/2009/3/layout/HorizontalOrganizationChart"/>
    <dgm:cxn modelId="{6C5B6F68-525C-6E42-A177-A1F5B9188E2A}" type="presParOf" srcId="{46BF53D5-6352-8140-B1E2-661DF4ECFE7D}" destId="{9AAE656E-2D1E-3A4E-BB7F-652AB63270AF}" srcOrd="0" destOrd="0" presId="urn:microsoft.com/office/officeart/2009/3/layout/HorizontalOrganizationChart"/>
    <dgm:cxn modelId="{31014D7F-8444-6443-BB68-3D07D47C7FB8}" type="presParOf" srcId="{46BF53D5-6352-8140-B1E2-661DF4ECFE7D}" destId="{363DF7FF-B8A1-134E-B4D6-3C0142A15EFB}" srcOrd="1" destOrd="0" presId="urn:microsoft.com/office/officeart/2009/3/layout/HorizontalOrganizationChart"/>
    <dgm:cxn modelId="{56239BF6-9B4F-634D-B153-2600D730E9F8}" type="presParOf" srcId="{363DF7FF-B8A1-134E-B4D6-3C0142A15EFB}" destId="{B8731883-8F4B-2A49-8D53-6BE3F931FA7D}" srcOrd="0" destOrd="0" presId="urn:microsoft.com/office/officeart/2009/3/layout/HorizontalOrganizationChart"/>
    <dgm:cxn modelId="{E5DC68A3-8008-CB47-AD7F-26BC242AC91F}" type="presParOf" srcId="{B8731883-8F4B-2A49-8D53-6BE3F931FA7D}" destId="{EE926034-6DA7-6348-8A3D-BCA8942EF158}" srcOrd="0" destOrd="0" presId="urn:microsoft.com/office/officeart/2009/3/layout/HorizontalOrganizationChart"/>
    <dgm:cxn modelId="{A1E1849A-BFB2-7C41-8110-4B6B9991D329}" type="presParOf" srcId="{B8731883-8F4B-2A49-8D53-6BE3F931FA7D}" destId="{1B62B1F2-726D-2B40-AB89-5013B9A81FFE}" srcOrd="1" destOrd="0" presId="urn:microsoft.com/office/officeart/2009/3/layout/HorizontalOrganizationChart"/>
    <dgm:cxn modelId="{19DF3E1E-8202-7F4F-BD0E-F929D4452591}" type="presParOf" srcId="{363DF7FF-B8A1-134E-B4D6-3C0142A15EFB}" destId="{44E041D3-D894-6448-9DAF-FA1FB59FD982}" srcOrd="1" destOrd="0" presId="urn:microsoft.com/office/officeart/2009/3/layout/HorizontalOrganizationChart"/>
    <dgm:cxn modelId="{ABE04063-7D76-D84E-8DCF-DD1088C789E8}" type="presParOf" srcId="{363DF7FF-B8A1-134E-B4D6-3C0142A15EFB}" destId="{29BD6398-CB42-9141-8463-EC6AA4F90415}" srcOrd="2" destOrd="0" presId="urn:microsoft.com/office/officeart/2009/3/layout/HorizontalOrganizationChart"/>
    <dgm:cxn modelId="{84616EE5-8BF9-0C4C-903B-F10F4FB9720D}" type="presParOf" srcId="{46BF53D5-6352-8140-B1E2-661DF4ECFE7D}" destId="{823F17B8-C688-394A-855C-1D3ACC0140E7}" srcOrd="2" destOrd="0" presId="urn:microsoft.com/office/officeart/2009/3/layout/HorizontalOrganizationChart"/>
    <dgm:cxn modelId="{93AABC1B-EA83-2B4B-A247-E7B560B1E723}" type="presParOf" srcId="{46BF53D5-6352-8140-B1E2-661DF4ECFE7D}" destId="{FDF1A7E7-7396-A54A-91B6-54BA45D35ACD}" srcOrd="3" destOrd="0" presId="urn:microsoft.com/office/officeart/2009/3/layout/HorizontalOrganizationChart"/>
    <dgm:cxn modelId="{7A1F1653-4295-574B-BABA-203BAD99BFB7}" type="presParOf" srcId="{FDF1A7E7-7396-A54A-91B6-54BA45D35ACD}" destId="{B141DACA-5EB3-6A42-9CD0-331FBF0F380A}" srcOrd="0" destOrd="0" presId="urn:microsoft.com/office/officeart/2009/3/layout/HorizontalOrganizationChart"/>
    <dgm:cxn modelId="{C9431DE0-1F9F-8F41-A8D0-CC7F4C53BE8A}" type="presParOf" srcId="{B141DACA-5EB3-6A42-9CD0-331FBF0F380A}" destId="{441A4BFD-1EE0-DF4A-A9E8-C0B0172B91E9}" srcOrd="0" destOrd="0" presId="urn:microsoft.com/office/officeart/2009/3/layout/HorizontalOrganizationChart"/>
    <dgm:cxn modelId="{BC77771A-D869-0149-BBCA-CAFF8F1D8C4A}" type="presParOf" srcId="{B141DACA-5EB3-6A42-9CD0-331FBF0F380A}" destId="{40B933B2-7DAE-BE48-A729-9F785AB52DD9}" srcOrd="1" destOrd="0" presId="urn:microsoft.com/office/officeart/2009/3/layout/HorizontalOrganizationChart"/>
    <dgm:cxn modelId="{38BC206B-75D6-B247-ADEA-BC3C437685A3}" type="presParOf" srcId="{FDF1A7E7-7396-A54A-91B6-54BA45D35ACD}" destId="{924EB94E-902A-2E4F-95A4-DF207B62E8A4}" srcOrd="1" destOrd="0" presId="urn:microsoft.com/office/officeart/2009/3/layout/HorizontalOrganizationChart"/>
    <dgm:cxn modelId="{FDEA241D-6363-B446-A787-508532508C13}" type="presParOf" srcId="{FDF1A7E7-7396-A54A-91B6-54BA45D35ACD}" destId="{2815D883-F4B9-9F4F-BD9D-546E42DFCBB0}" srcOrd="2" destOrd="0" presId="urn:microsoft.com/office/officeart/2009/3/layout/HorizontalOrganizationChart"/>
    <dgm:cxn modelId="{CE798045-0A1F-D443-BC80-E85EBD910C35}" type="presParOf" srcId="{28E33DE8-733C-5448-88DC-1A980F0FF27A}" destId="{A0A62A9E-EE91-2B4F-BBB8-2E062788FFDD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E6B96BE-46C5-4160-8726-8ABA5E4DB8E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1B3DCC7-444E-465B-A5F1-6862D276DDE4}">
      <dgm:prSet/>
      <dgm:spPr/>
      <dgm:t>
        <a:bodyPr/>
        <a:lstStyle/>
        <a:p>
          <a:r>
            <a:rPr lang="en-US"/>
            <a:t>📌 Prompt: Instruction/input</a:t>
          </a:r>
        </a:p>
      </dgm:t>
    </dgm:pt>
    <dgm:pt modelId="{80EBF84F-74D9-4524-9538-4E0F2DC20A8E}" type="parTrans" cxnId="{F3706CCF-1CE7-4F19-8192-F625E1613760}">
      <dgm:prSet/>
      <dgm:spPr/>
      <dgm:t>
        <a:bodyPr/>
        <a:lstStyle/>
        <a:p>
          <a:endParaRPr lang="en-US"/>
        </a:p>
      </dgm:t>
    </dgm:pt>
    <dgm:pt modelId="{C9A1AEF0-E42F-4ADB-9242-B1501489C103}" type="sibTrans" cxnId="{F3706CCF-1CE7-4F19-8192-F625E1613760}">
      <dgm:prSet/>
      <dgm:spPr/>
      <dgm:t>
        <a:bodyPr/>
        <a:lstStyle/>
        <a:p>
          <a:endParaRPr lang="en-US"/>
        </a:p>
      </dgm:t>
    </dgm:pt>
    <dgm:pt modelId="{97C6026B-AD1D-45E6-AA9E-B8458253F912}">
      <dgm:prSet/>
      <dgm:spPr/>
      <dgm:t>
        <a:bodyPr/>
        <a:lstStyle/>
        <a:p>
          <a:r>
            <a:rPr lang="en-US" dirty="0"/>
            <a:t>🤖 LLM: Large Language Model</a:t>
          </a:r>
        </a:p>
      </dgm:t>
    </dgm:pt>
    <dgm:pt modelId="{F725F828-EB4B-4898-B969-5966777D5AEB}" type="parTrans" cxnId="{7B2069FD-58D7-48E9-966A-1E9FF71B4570}">
      <dgm:prSet/>
      <dgm:spPr/>
      <dgm:t>
        <a:bodyPr/>
        <a:lstStyle/>
        <a:p>
          <a:endParaRPr lang="en-US"/>
        </a:p>
      </dgm:t>
    </dgm:pt>
    <dgm:pt modelId="{963A646B-C930-4D27-B66F-45077B5EBBF4}" type="sibTrans" cxnId="{7B2069FD-58D7-48E9-966A-1E9FF71B4570}">
      <dgm:prSet/>
      <dgm:spPr/>
      <dgm:t>
        <a:bodyPr/>
        <a:lstStyle/>
        <a:p>
          <a:endParaRPr lang="en-US"/>
        </a:p>
      </dgm:t>
    </dgm:pt>
    <dgm:pt modelId="{DD9539DE-E109-4D7B-9A79-523F3DF5506F}">
      <dgm:prSet/>
      <dgm:spPr/>
      <dgm:t>
        <a:bodyPr/>
        <a:lstStyle/>
        <a:p>
          <a:r>
            <a:rPr lang="en-US" dirty="0"/>
            <a:t>🎨 Generative AI: Creates new content</a:t>
          </a:r>
        </a:p>
      </dgm:t>
    </dgm:pt>
    <dgm:pt modelId="{F10212A7-B875-4273-AF79-96BFEEDA8A81}" type="parTrans" cxnId="{5BC5C431-41F6-44FD-9EED-B19C4F6E6043}">
      <dgm:prSet/>
      <dgm:spPr/>
      <dgm:t>
        <a:bodyPr/>
        <a:lstStyle/>
        <a:p>
          <a:endParaRPr lang="en-US"/>
        </a:p>
      </dgm:t>
    </dgm:pt>
    <dgm:pt modelId="{CF19EF6D-A68F-43F1-9D30-DE41366E0ED6}" type="sibTrans" cxnId="{5BC5C431-41F6-44FD-9EED-B19C4F6E6043}">
      <dgm:prSet/>
      <dgm:spPr/>
      <dgm:t>
        <a:bodyPr/>
        <a:lstStyle/>
        <a:p>
          <a:endParaRPr lang="en-US"/>
        </a:p>
      </dgm:t>
    </dgm:pt>
    <dgm:pt modelId="{6FBD53AE-88E8-481F-BACA-D22BF0697BD2}">
      <dgm:prSet/>
      <dgm:spPr/>
      <dgm:t>
        <a:bodyPr/>
        <a:lstStyle/>
        <a:p>
          <a:r>
            <a:rPr lang="en-US" dirty="0"/>
            <a:t>🧩 Context: Background info shaping outputs</a:t>
          </a:r>
        </a:p>
      </dgm:t>
    </dgm:pt>
    <dgm:pt modelId="{365E65DC-5D73-45F9-872A-E8A5D5473103}" type="parTrans" cxnId="{7E5E70AB-8367-492A-B0EA-CE3EFE0447E1}">
      <dgm:prSet/>
      <dgm:spPr/>
      <dgm:t>
        <a:bodyPr/>
        <a:lstStyle/>
        <a:p>
          <a:endParaRPr lang="en-US"/>
        </a:p>
      </dgm:t>
    </dgm:pt>
    <dgm:pt modelId="{9F3DFB27-68AE-408A-87CC-29369A6C6C85}" type="sibTrans" cxnId="{7E5E70AB-8367-492A-B0EA-CE3EFE0447E1}">
      <dgm:prSet/>
      <dgm:spPr/>
      <dgm:t>
        <a:bodyPr/>
        <a:lstStyle/>
        <a:p>
          <a:endParaRPr lang="en-US"/>
        </a:p>
      </dgm:t>
    </dgm:pt>
    <dgm:pt modelId="{BD2A1149-F092-254A-A594-9A4DBCD3698F}" type="pres">
      <dgm:prSet presAssocID="{1E6B96BE-46C5-4160-8726-8ABA5E4DB8ED}" presName="vert0" presStyleCnt="0">
        <dgm:presLayoutVars>
          <dgm:dir/>
          <dgm:animOne val="branch"/>
          <dgm:animLvl val="lvl"/>
        </dgm:presLayoutVars>
      </dgm:prSet>
      <dgm:spPr/>
    </dgm:pt>
    <dgm:pt modelId="{3899B6FD-F78D-ED43-9BC2-D39E223A2E2D}" type="pres">
      <dgm:prSet presAssocID="{51B3DCC7-444E-465B-A5F1-6862D276DDE4}" presName="thickLine" presStyleLbl="alignNode1" presStyleIdx="0" presStyleCnt="4"/>
      <dgm:spPr/>
    </dgm:pt>
    <dgm:pt modelId="{D7B58C45-CC6A-2341-A97A-7A9B4E2B83E4}" type="pres">
      <dgm:prSet presAssocID="{51B3DCC7-444E-465B-A5F1-6862D276DDE4}" presName="horz1" presStyleCnt="0"/>
      <dgm:spPr/>
    </dgm:pt>
    <dgm:pt modelId="{358598DE-9778-BC4A-A33B-9E11EE9D0661}" type="pres">
      <dgm:prSet presAssocID="{51B3DCC7-444E-465B-A5F1-6862D276DDE4}" presName="tx1" presStyleLbl="revTx" presStyleIdx="0" presStyleCnt="4"/>
      <dgm:spPr/>
    </dgm:pt>
    <dgm:pt modelId="{6D4FA37C-A259-9740-A324-42DB49F2FBC8}" type="pres">
      <dgm:prSet presAssocID="{51B3DCC7-444E-465B-A5F1-6862D276DDE4}" presName="vert1" presStyleCnt="0"/>
      <dgm:spPr/>
    </dgm:pt>
    <dgm:pt modelId="{E683F236-90DE-CB4A-B7EC-A556C03AD6DB}" type="pres">
      <dgm:prSet presAssocID="{97C6026B-AD1D-45E6-AA9E-B8458253F912}" presName="thickLine" presStyleLbl="alignNode1" presStyleIdx="1" presStyleCnt="4"/>
      <dgm:spPr/>
    </dgm:pt>
    <dgm:pt modelId="{8C3CCC5F-13BD-DA4B-98E7-6675F5593DFE}" type="pres">
      <dgm:prSet presAssocID="{97C6026B-AD1D-45E6-AA9E-B8458253F912}" presName="horz1" presStyleCnt="0"/>
      <dgm:spPr/>
    </dgm:pt>
    <dgm:pt modelId="{9AF71F29-0798-B84E-9EEB-65DF86425203}" type="pres">
      <dgm:prSet presAssocID="{97C6026B-AD1D-45E6-AA9E-B8458253F912}" presName="tx1" presStyleLbl="revTx" presStyleIdx="1" presStyleCnt="4"/>
      <dgm:spPr/>
    </dgm:pt>
    <dgm:pt modelId="{E6AAF8CB-0AF7-1841-BFE8-1C17CA2B6457}" type="pres">
      <dgm:prSet presAssocID="{97C6026B-AD1D-45E6-AA9E-B8458253F912}" presName="vert1" presStyleCnt="0"/>
      <dgm:spPr/>
    </dgm:pt>
    <dgm:pt modelId="{01E4C629-EB4E-0A4D-BEA1-8DB264778881}" type="pres">
      <dgm:prSet presAssocID="{DD9539DE-E109-4D7B-9A79-523F3DF5506F}" presName="thickLine" presStyleLbl="alignNode1" presStyleIdx="2" presStyleCnt="4"/>
      <dgm:spPr/>
    </dgm:pt>
    <dgm:pt modelId="{292720BF-CCDC-EA43-B69C-3326C2516AC3}" type="pres">
      <dgm:prSet presAssocID="{DD9539DE-E109-4D7B-9A79-523F3DF5506F}" presName="horz1" presStyleCnt="0"/>
      <dgm:spPr/>
    </dgm:pt>
    <dgm:pt modelId="{8BD29A61-A03E-1F40-8828-3801BA355A50}" type="pres">
      <dgm:prSet presAssocID="{DD9539DE-E109-4D7B-9A79-523F3DF5506F}" presName="tx1" presStyleLbl="revTx" presStyleIdx="2" presStyleCnt="4"/>
      <dgm:spPr/>
    </dgm:pt>
    <dgm:pt modelId="{77F2C8E0-1FBD-DE43-B30D-D2A9FE3DEF17}" type="pres">
      <dgm:prSet presAssocID="{DD9539DE-E109-4D7B-9A79-523F3DF5506F}" presName="vert1" presStyleCnt="0"/>
      <dgm:spPr/>
    </dgm:pt>
    <dgm:pt modelId="{CABA225D-359F-A144-98EB-2DF5A058A3FB}" type="pres">
      <dgm:prSet presAssocID="{6FBD53AE-88E8-481F-BACA-D22BF0697BD2}" presName="thickLine" presStyleLbl="alignNode1" presStyleIdx="3" presStyleCnt="4"/>
      <dgm:spPr/>
    </dgm:pt>
    <dgm:pt modelId="{68E915D5-D233-064A-BEB9-5FB0957B368A}" type="pres">
      <dgm:prSet presAssocID="{6FBD53AE-88E8-481F-BACA-D22BF0697BD2}" presName="horz1" presStyleCnt="0"/>
      <dgm:spPr/>
    </dgm:pt>
    <dgm:pt modelId="{5538C04B-6DEA-B449-A8F7-4414B256C7FE}" type="pres">
      <dgm:prSet presAssocID="{6FBD53AE-88E8-481F-BACA-D22BF0697BD2}" presName="tx1" presStyleLbl="revTx" presStyleIdx="3" presStyleCnt="4"/>
      <dgm:spPr/>
    </dgm:pt>
    <dgm:pt modelId="{DA659FBC-AB26-6245-8B49-D59EA205E431}" type="pres">
      <dgm:prSet presAssocID="{6FBD53AE-88E8-481F-BACA-D22BF0697BD2}" presName="vert1" presStyleCnt="0"/>
      <dgm:spPr/>
    </dgm:pt>
  </dgm:ptLst>
  <dgm:cxnLst>
    <dgm:cxn modelId="{5BC5C431-41F6-44FD-9EED-B19C4F6E6043}" srcId="{1E6B96BE-46C5-4160-8726-8ABA5E4DB8ED}" destId="{DD9539DE-E109-4D7B-9A79-523F3DF5506F}" srcOrd="2" destOrd="0" parTransId="{F10212A7-B875-4273-AF79-96BFEEDA8A81}" sibTransId="{CF19EF6D-A68F-43F1-9D30-DE41366E0ED6}"/>
    <dgm:cxn modelId="{94C74965-AEEC-0D4D-9AA3-43F6D60CF78C}" type="presOf" srcId="{1E6B96BE-46C5-4160-8726-8ABA5E4DB8ED}" destId="{BD2A1149-F092-254A-A594-9A4DBCD3698F}" srcOrd="0" destOrd="0" presId="urn:microsoft.com/office/officeart/2008/layout/LinedList"/>
    <dgm:cxn modelId="{BF340881-3BEB-AB43-A259-3B74C558EE9D}" type="presOf" srcId="{6FBD53AE-88E8-481F-BACA-D22BF0697BD2}" destId="{5538C04B-6DEA-B449-A8F7-4414B256C7FE}" srcOrd="0" destOrd="0" presId="urn:microsoft.com/office/officeart/2008/layout/LinedList"/>
    <dgm:cxn modelId="{430C5E98-DAD7-A34C-A43E-42684B182693}" type="presOf" srcId="{DD9539DE-E109-4D7B-9A79-523F3DF5506F}" destId="{8BD29A61-A03E-1F40-8828-3801BA355A50}" srcOrd="0" destOrd="0" presId="urn:microsoft.com/office/officeart/2008/layout/LinedList"/>
    <dgm:cxn modelId="{7E5E70AB-8367-492A-B0EA-CE3EFE0447E1}" srcId="{1E6B96BE-46C5-4160-8726-8ABA5E4DB8ED}" destId="{6FBD53AE-88E8-481F-BACA-D22BF0697BD2}" srcOrd="3" destOrd="0" parTransId="{365E65DC-5D73-45F9-872A-E8A5D5473103}" sibTransId="{9F3DFB27-68AE-408A-87CC-29369A6C6C85}"/>
    <dgm:cxn modelId="{0E3325CB-1E6E-4A4D-90EF-22941E34111F}" type="presOf" srcId="{97C6026B-AD1D-45E6-AA9E-B8458253F912}" destId="{9AF71F29-0798-B84E-9EEB-65DF86425203}" srcOrd="0" destOrd="0" presId="urn:microsoft.com/office/officeart/2008/layout/LinedList"/>
    <dgm:cxn modelId="{F3706CCF-1CE7-4F19-8192-F625E1613760}" srcId="{1E6B96BE-46C5-4160-8726-8ABA5E4DB8ED}" destId="{51B3DCC7-444E-465B-A5F1-6862D276DDE4}" srcOrd="0" destOrd="0" parTransId="{80EBF84F-74D9-4524-9538-4E0F2DC20A8E}" sibTransId="{C9A1AEF0-E42F-4ADB-9242-B1501489C103}"/>
    <dgm:cxn modelId="{FE0F5BD9-85E7-B942-B0D9-5D2DAEDC9605}" type="presOf" srcId="{51B3DCC7-444E-465B-A5F1-6862D276DDE4}" destId="{358598DE-9778-BC4A-A33B-9E11EE9D0661}" srcOrd="0" destOrd="0" presId="urn:microsoft.com/office/officeart/2008/layout/LinedList"/>
    <dgm:cxn modelId="{7B2069FD-58D7-48E9-966A-1E9FF71B4570}" srcId="{1E6B96BE-46C5-4160-8726-8ABA5E4DB8ED}" destId="{97C6026B-AD1D-45E6-AA9E-B8458253F912}" srcOrd="1" destOrd="0" parTransId="{F725F828-EB4B-4898-B969-5966777D5AEB}" sibTransId="{963A646B-C930-4D27-B66F-45077B5EBBF4}"/>
    <dgm:cxn modelId="{F519A7B8-7EB9-B545-ACD7-37CB63768117}" type="presParOf" srcId="{BD2A1149-F092-254A-A594-9A4DBCD3698F}" destId="{3899B6FD-F78D-ED43-9BC2-D39E223A2E2D}" srcOrd="0" destOrd="0" presId="urn:microsoft.com/office/officeart/2008/layout/LinedList"/>
    <dgm:cxn modelId="{CA9D1746-52B9-7E4D-8F0E-4AD2F3904B98}" type="presParOf" srcId="{BD2A1149-F092-254A-A594-9A4DBCD3698F}" destId="{D7B58C45-CC6A-2341-A97A-7A9B4E2B83E4}" srcOrd="1" destOrd="0" presId="urn:microsoft.com/office/officeart/2008/layout/LinedList"/>
    <dgm:cxn modelId="{4529AA4A-E3C0-8343-984A-57C6CC4814BC}" type="presParOf" srcId="{D7B58C45-CC6A-2341-A97A-7A9B4E2B83E4}" destId="{358598DE-9778-BC4A-A33B-9E11EE9D0661}" srcOrd="0" destOrd="0" presId="urn:microsoft.com/office/officeart/2008/layout/LinedList"/>
    <dgm:cxn modelId="{FC825384-0C5C-3146-9BB1-AA164C061DCC}" type="presParOf" srcId="{D7B58C45-CC6A-2341-A97A-7A9B4E2B83E4}" destId="{6D4FA37C-A259-9740-A324-42DB49F2FBC8}" srcOrd="1" destOrd="0" presId="urn:microsoft.com/office/officeart/2008/layout/LinedList"/>
    <dgm:cxn modelId="{0E536560-C2E4-A84E-878F-6186E8B806D2}" type="presParOf" srcId="{BD2A1149-F092-254A-A594-9A4DBCD3698F}" destId="{E683F236-90DE-CB4A-B7EC-A556C03AD6DB}" srcOrd="2" destOrd="0" presId="urn:microsoft.com/office/officeart/2008/layout/LinedList"/>
    <dgm:cxn modelId="{1362E63E-EC13-814B-886F-2E7728AFDB36}" type="presParOf" srcId="{BD2A1149-F092-254A-A594-9A4DBCD3698F}" destId="{8C3CCC5F-13BD-DA4B-98E7-6675F5593DFE}" srcOrd="3" destOrd="0" presId="urn:microsoft.com/office/officeart/2008/layout/LinedList"/>
    <dgm:cxn modelId="{7148C489-81D8-1146-BF95-C73D19B44142}" type="presParOf" srcId="{8C3CCC5F-13BD-DA4B-98E7-6675F5593DFE}" destId="{9AF71F29-0798-B84E-9EEB-65DF86425203}" srcOrd="0" destOrd="0" presId="urn:microsoft.com/office/officeart/2008/layout/LinedList"/>
    <dgm:cxn modelId="{A413E879-2A6D-A147-A24E-FF2C07ECD382}" type="presParOf" srcId="{8C3CCC5F-13BD-DA4B-98E7-6675F5593DFE}" destId="{E6AAF8CB-0AF7-1841-BFE8-1C17CA2B6457}" srcOrd="1" destOrd="0" presId="urn:microsoft.com/office/officeart/2008/layout/LinedList"/>
    <dgm:cxn modelId="{C5673752-06DB-9845-BAC3-E252F7E4042E}" type="presParOf" srcId="{BD2A1149-F092-254A-A594-9A4DBCD3698F}" destId="{01E4C629-EB4E-0A4D-BEA1-8DB264778881}" srcOrd="4" destOrd="0" presId="urn:microsoft.com/office/officeart/2008/layout/LinedList"/>
    <dgm:cxn modelId="{A1FD4240-53AA-7148-9522-13AE6B78E058}" type="presParOf" srcId="{BD2A1149-F092-254A-A594-9A4DBCD3698F}" destId="{292720BF-CCDC-EA43-B69C-3326C2516AC3}" srcOrd="5" destOrd="0" presId="urn:microsoft.com/office/officeart/2008/layout/LinedList"/>
    <dgm:cxn modelId="{98EE3800-A5B8-1842-8F79-0A6AB455F7AE}" type="presParOf" srcId="{292720BF-CCDC-EA43-B69C-3326C2516AC3}" destId="{8BD29A61-A03E-1F40-8828-3801BA355A50}" srcOrd="0" destOrd="0" presId="urn:microsoft.com/office/officeart/2008/layout/LinedList"/>
    <dgm:cxn modelId="{AC9AB740-BBDC-904D-89FA-4B8E6B031226}" type="presParOf" srcId="{292720BF-CCDC-EA43-B69C-3326C2516AC3}" destId="{77F2C8E0-1FBD-DE43-B30D-D2A9FE3DEF17}" srcOrd="1" destOrd="0" presId="urn:microsoft.com/office/officeart/2008/layout/LinedList"/>
    <dgm:cxn modelId="{53D653BC-D275-6D40-A3D3-BC6D234F78CA}" type="presParOf" srcId="{BD2A1149-F092-254A-A594-9A4DBCD3698F}" destId="{CABA225D-359F-A144-98EB-2DF5A058A3FB}" srcOrd="6" destOrd="0" presId="urn:microsoft.com/office/officeart/2008/layout/LinedList"/>
    <dgm:cxn modelId="{BC0A51F5-4E48-5E4F-BB48-EF97ED44BB12}" type="presParOf" srcId="{BD2A1149-F092-254A-A594-9A4DBCD3698F}" destId="{68E915D5-D233-064A-BEB9-5FB0957B368A}" srcOrd="7" destOrd="0" presId="urn:microsoft.com/office/officeart/2008/layout/LinedList"/>
    <dgm:cxn modelId="{2B9C3E71-DAB0-B84B-A9D6-B7825D295A25}" type="presParOf" srcId="{68E915D5-D233-064A-BEB9-5FB0957B368A}" destId="{5538C04B-6DEA-B449-A8F7-4414B256C7FE}" srcOrd="0" destOrd="0" presId="urn:microsoft.com/office/officeart/2008/layout/LinedList"/>
    <dgm:cxn modelId="{829FF6C8-939F-CD46-9316-CDCE5D90BD4C}" type="presParOf" srcId="{68E915D5-D233-064A-BEB9-5FB0957B368A}" destId="{DA659FBC-AB26-6245-8B49-D59EA205E43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8DEC243-8FF2-4E2C-A943-30D8A7857BE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5DD1443-0844-41D5-926B-3E14B546F64C}">
      <dgm:prSet/>
      <dgm:spPr/>
      <dgm:t>
        <a:bodyPr/>
        <a:lstStyle/>
        <a:p>
          <a:r>
            <a:rPr lang="en-US"/>
            <a:t>⚖️ Law: 'Summarize a legal case in 3 points'</a:t>
          </a:r>
        </a:p>
      </dgm:t>
    </dgm:pt>
    <dgm:pt modelId="{15BA40AC-4F12-4A8E-AC5A-0ADF27EF1C52}" type="parTrans" cxnId="{9A60E0E7-504B-481F-8E84-AA4C8D1FFC7E}">
      <dgm:prSet/>
      <dgm:spPr/>
      <dgm:t>
        <a:bodyPr/>
        <a:lstStyle/>
        <a:p>
          <a:endParaRPr lang="en-US"/>
        </a:p>
      </dgm:t>
    </dgm:pt>
    <dgm:pt modelId="{7A06EDDE-0B9B-4270-A2B3-8CF9B28A77F4}" type="sibTrans" cxnId="{9A60E0E7-504B-481F-8E84-AA4C8D1FFC7E}">
      <dgm:prSet/>
      <dgm:spPr/>
      <dgm:t>
        <a:bodyPr/>
        <a:lstStyle/>
        <a:p>
          <a:endParaRPr lang="en-US"/>
        </a:p>
      </dgm:t>
    </dgm:pt>
    <dgm:pt modelId="{3C60F9D1-54AA-4D56-A949-01A39C7218B5}">
      <dgm:prSet/>
      <dgm:spPr/>
      <dgm:t>
        <a:bodyPr/>
        <a:lstStyle/>
        <a:p>
          <a:r>
            <a:rPr lang="en-US"/>
            <a:t>🧑‍⚕️ Medicine: 'List diagnoses in plain terms'</a:t>
          </a:r>
        </a:p>
      </dgm:t>
    </dgm:pt>
    <dgm:pt modelId="{8A032BAD-CF3B-4B66-AD01-D1ABD642CE5A}" type="parTrans" cxnId="{E1181F9A-4E43-4D18-9312-AF0BBB757C33}">
      <dgm:prSet/>
      <dgm:spPr/>
      <dgm:t>
        <a:bodyPr/>
        <a:lstStyle/>
        <a:p>
          <a:endParaRPr lang="en-US"/>
        </a:p>
      </dgm:t>
    </dgm:pt>
    <dgm:pt modelId="{8FCD5C99-09D2-4A1E-9573-909131B4E00F}" type="sibTrans" cxnId="{E1181F9A-4E43-4D18-9312-AF0BBB757C33}">
      <dgm:prSet/>
      <dgm:spPr/>
      <dgm:t>
        <a:bodyPr/>
        <a:lstStyle/>
        <a:p>
          <a:endParaRPr lang="en-US"/>
        </a:p>
      </dgm:t>
    </dgm:pt>
    <dgm:pt modelId="{BA480A63-4429-4F76-A44C-7D2C0E2839E0}">
      <dgm:prSet/>
      <dgm:spPr/>
      <dgm:t>
        <a:bodyPr/>
        <a:lstStyle/>
        <a:p>
          <a:r>
            <a:rPr lang="en-US"/>
            <a:t>🔌 Engineering: 'Explain how a circuit breaker works simply'</a:t>
          </a:r>
        </a:p>
      </dgm:t>
    </dgm:pt>
    <dgm:pt modelId="{BA2A2E57-D107-4F0F-AAA9-7AEF70471E78}" type="parTrans" cxnId="{B450F808-4872-4091-B389-BF3B839F2C81}">
      <dgm:prSet/>
      <dgm:spPr/>
      <dgm:t>
        <a:bodyPr/>
        <a:lstStyle/>
        <a:p>
          <a:endParaRPr lang="en-US"/>
        </a:p>
      </dgm:t>
    </dgm:pt>
    <dgm:pt modelId="{D6E335A7-4B4C-48E1-BDFD-57B2E3EA5744}" type="sibTrans" cxnId="{B450F808-4872-4091-B389-BF3B839F2C81}">
      <dgm:prSet/>
      <dgm:spPr/>
      <dgm:t>
        <a:bodyPr/>
        <a:lstStyle/>
        <a:p>
          <a:endParaRPr lang="en-US"/>
        </a:p>
      </dgm:t>
    </dgm:pt>
    <dgm:pt modelId="{A9F84543-AF20-4AE5-9026-22915DC012FA}">
      <dgm:prSet/>
      <dgm:spPr/>
      <dgm:t>
        <a:bodyPr/>
        <a:lstStyle/>
        <a:p>
          <a:r>
            <a:rPr lang="en-US"/>
            <a:t>📊 Business: 'Draft a renewable energy market analysis'</a:t>
          </a:r>
        </a:p>
      </dgm:t>
    </dgm:pt>
    <dgm:pt modelId="{967F3395-5718-4B75-8F0A-AB5AEF3B9464}" type="parTrans" cxnId="{E8DF77F6-E28F-4C04-8664-2C93AF9DB2D9}">
      <dgm:prSet/>
      <dgm:spPr/>
      <dgm:t>
        <a:bodyPr/>
        <a:lstStyle/>
        <a:p>
          <a:endParaRPr lang="en-US"/>
        </a:p>
      </dgm:t>
    </dgm:pt>
    <dgm:pt modelId="{48AD82AF-C6DE-4204-A877-6BFD4D971E10}" type="sibTrans" cxnId="{E8DF77F6-E28F-4C04-8664-2C93AF9DB2D9}">
      <dgm:prSet/>
      <dgm:spPr/>
      <dgm:t>
        <a:bodyPr/>
        <a:lstStyle/>
        <a:p>
          <a:endParaRPr lang="en-US"/>
        </a:p>
      </dgm:t>
    </dgm:pt>
    <dgm:pt modelId="{7F40E745-98EF-40B7-8D3D-E1BA8B1F06C5}">
      <dgm:prSet/>
      <dgm:spPr/>
      <dgm:t>
        <a:bodyPr/>
        <a:lstStyle/>
        <a:p>
          <a:r>
            <a:rPr lang="en-US"/>
            <a:t>📜 Literature: 'Write a Shakespearean sonnet about autumn'</a:t>
          </a:r>
        </a:p>
      </dgm:t>
    </dgm:pt>
    <dgm:pt modelId="{664A12DB-14D6-4746-B7AB-D7BD967BCFA1}" type="parTrans" cxnId="{BCF95F1F-5B44-4192-81FC-A1E033B68FD5}">
      <dgm:prSet/>
      <dgm:spPr/>
      <dgm:t>
        <a:bodyPr/>
        <a:lstStyle/>
        <a:p>
          <a:endParaRPr lang="en-US"/>
        </a:p>
      </dgm:t>
    </dgm:pt>
    <dgm:pt modelId="{9CE2ED01-4EEC-4072-8915-9C3430172D3F}" type="sibTrans" cxnId="{BCF95F1F-5B44-4192-81FC-A1E033B68FD5}">
      <dgm:prSet/>
      <dgm:spPr/>
      <dgm:t>
        <a:bodyPr/>
        <a:lstStyle/>
        <a:p>
          <a:endParaRPr lang="en-US"/>
        </a:p>
      </dgm:t>
    </dgm:pt>
    <dgm:pt modelId="{B8A06C80-F727-1C45-BFD6-76C7B4A85604}" type="pres">
      <dgm:prSet presAssocID="{48DEC243-8FF2-4E2C-A943-30D8A7857BE8}" presName="linear" presStyleCnt="0">
        <dgm:presLayoutVars>
          <dgm:animLvl val="lvl"/>
          <dgm:resizeHandles val="exact"/>
        </dgm:presLayoutVars>
      </dgm:prSet>
      <dgm:spPr/>
    </dgm:pt>
    <dgm:pt modelId="{F2A10F49-C394-234B-BDD6-9D518C7E7A60}" type="pres">
      <dgm:prSet presAssocID="{05DD1443-0844-41D5-926B-3E14B546F64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EC5161F-020E-1440-A007-4268F77EC4C3}" type="pres">
      <dgm:prSet presAssocID="{7A06EDDE-0B9B-4270-A2B3-8CF9B28A77F4}" presName="spacer" presStyleCnt="0"/>
      <dgm:spPr/>
    </dgm:pt>
    <dgm:pt modelId="{CA610AF8-19B4-C84C-BD6E-17CA4309160C}" type="pres">
      <dgm:prSet presAssocID="{3C60F9D1-54AA-4D56-A949-01A39C7218B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36BDD50-C820-834D-8BC6-87357AD57E83}" type="pres">
      <dgm:prSet presAssocID="{8FCD5C99-09D2-4A1E-9573-909131B4E00F}" presName="spacer" presStyleCnt="0"/>
      <dgm:spPr/>
    </dgm:pt>
    <dgm:pt modelId="{197BE7BD-AA88-A649-9F46-D37C1D072FF8}" type="pres">
      <dgm:prSet presAssocID="{BA480A63-4429-4F76-A44C-7D2C0E2839E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2AE00D4-6C84-184B-BD70-A90661FD215E}" type="pres">
      <dgm:prSet presAssocID="{D6E335A7-4B4C-48E1-BDFD-57B2E3EA5744}" presName="spacer" presStyleCnt="0"/>
      <dgm:spPr/>
    </dgm:pt>
    <dgm:pt modelId="{C7C4ED99-73D2-CF48-B266-C9F72EF571DD}" type="pres">
      <dgm:prSet presAssocID="{A9F84543-AF20-4AE5-9026-22915DC012F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86C3CBE-BEF5-FD4E-8852-7B7B386C2F1D}" type="pres">
      <dgm:prSet presAssocID="{48AD82AF-C6DE-4204-A877-6BFD4D971E10}" presName="spacer" presStyleCnt="0"/>
      <dgm:spPr/>
    </dgm:pt>
    <dgm:pt modelId="{21FD801D-F30D-0846-88B2-169AB43CAC3D}" type="pres">
      <dgm:prSet presAssocID="{7F40E745-98EF-40B7-8D3D-E1BA8B1F06C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450F808-4872-4091-B389-BF3B839F2C81}" srcId="{48DEC243-8FF2-4E2C-A943-30D8A7857BE8}" destId="{BA480A63-4429-4F76-A44C-7D2C0E2839E0}" srcOrd="2" destOrd="0" parTransId="{BA2A2E57-D107-4F0F-AAA9-7AEF70471E78}" sibTransId="{D6E335A7-4B4C-48E1-BDFD-57B2E3EA5744}"/>
    <dgm:cxn modelId="{BEA4340A-D3F5-6B4D-A1AB-ECC2B8EBBD70}" type="presOf" srcId="{A9F84543-AF20-4AE5-9026-22915DC012FA}" destId="{C7C4ED99-73D2-CF48-B266-C9F72EF571DD}" srcOrd="0" destOrd="0" presId="urn:microsoft.com/office/officeart/2005/8/layout/vList2"/>
    <dgm:cxn modelId="{BCF95F1F-5B44-4192-81FC-A1E033B68FD5}" srcId="{48DEC243-8FF2-4E2C-A943-30D8A7857BE8}" destId="{7F40E745-98EF-40B7-8D3D-E1BA8B1F06C5}" srcOrd="4" destOrd="0" parTransId="{664A12DB-14D6-4746-B7AB-D7BD967BCFA1}" sibTransId="{9CE2ED01-4EEC-4072-8915-9C3430172D3F}"/>
    <dgm:cxn modelId="{96D7B17C-480A-054C-9F3C-A4FB3D635335}" type="presOf" srcId="{05DD1443-0844-41D5-926B-3E14B546F64C}" destId="{F2A10F49-C394-234B-BDD6-9D518C7E7A60}" srcOrd="0" destOrd="0" presId="urn:microsoft.com/office/officeart/2005/8/layout/vList2"/>
    <dgm:cxn modelId="{E1181F9A-4E43-4D18-9312-AF0BBB757C33}" srcId="{48DEC243-8FF2-4E2C-A943-30D8A7857BE8}" destId="{3C60F9D1-54AA-4D56-A949-01A39C7218B5}" srcOrd="1" destOrd="0" parTransId="{8A032BAD-CF3B-4B66-AD01-D1ABD642CE5A}" sibTransId="{8FCD5C99-09D2-4A1E-9573-909131B4E00F}"/>
    <dgm:cxn modelId="{1463B1A3-5EC4-8241-B42D-DEF1B956522C}" type="presOf" srcId="{48DEC243-8FF2-4E2C-A943-30D8A7857BE8}" destId="{B8A06C80-F727-1C45-BFD6-76C7B4A85604}" srcOrd="0" destOrd="0" presId="urn:microsoft.com/office/officeart/2005/8/layout/vList2"/>
    <dgm:cxn modelId="{3BF563BF-A26B-1D4B-884D-CE5B527FBC27}" type="presOf" srcId="{3C60F9D1-54AA-4D56-A949-01A39C7218B5}" destId="{CA610AF8-19B4-C84C-BD6E-17CA4309160C}" srcOrd="0" destOrd="0" presId="urn:microsoft.com/office/officeart/2005/8/layout/vList2"/>
    <dgm:cxn modelId="{356AECC3-A678-A141-9EA2-AFBB12ABB546}" type="presOf" srcId="{7F40E745-98EF-40B7-8D3D-E1BA8B1F06C5}" destId="{21FD801D-F30D-0846-88B2-169AB43CAC3D}" srcOrd="0" destOrd="0" presId="urn:microsoft.com/office/officeart/2005/8/layout/vList2"/>
    <dgm:cxn modelId="{9A60E0E7-504B-481F-8E84-AA4C8D1FFC7E}" srcId="{48DEC243-8FF2-4E2C-A943-30D8A7857BE8}" destId="{05DD1443-0844-41D5-926B-3E14B546F64C}" srcOrd="0" destOrd="0" parTransId="{15BA40AC-4F12-4A8E-AC5A-0ADF27EF1C52}" sibTransId="{7A06EDDE-0B9B-4270-A2B3-8CF9B28A77F4}"/>
    <dgm:cxn modelId="{6696E1F1-22E2-EB40-9692-9D59D013EFCF}" type="presOf" srcId="{BA480A63-4429-4F76-A44C-7D2C0E2839E0}" destId="{197BE7BD-AA88-A649-9F46-D37C1D072FF8}" srcOrd="0" destOrd="0" presId="urn:microsoft.com/office/officeart/2005/8/layout/vList2"/>
    <dgm:cxn modelId="{E8DF77F6-E28F-4C04-8664-2C93AF9DB2D9}" srcId="{48DEC243-8FF2-4E2C-A943-30D8A7857BE8}" destId="{A9F84543-AF20-4AE5-9026-22915DC012FA}" srcOrd="3" destOrd="0" parTransId="{967F3395-5718-4B75-8F0A-AB5AEF3B9464}" sibTransId="{48AD82AF-C6DE-4204-A877-6BFD4D971E10}"/>
    <dgm:cxn modelId="{BF846885-F9C3-3B43-B1FD-FCF6BC2091A9}" type="presParOf" srcId="{B8A06C80-F727-1C45-BFD6-76C7B4A85604}" destId="{F2A10F49-C394-234B-BDD6-9D518C7E7A60}" srcOrd="0" destOrd="0" presId="urn:microsoft.com/office/officeart/2005/8/layout/vList2"/>
    <dgm:cxn modelId="{A4CAEDD6-0E61-2F4B-B7CA-3E59E49BDE97}" type="presParOf" srcId="{B8A06C80-F727-1C45-BFD6-76C7B4A85604}" destId="{3EC5161F-020E-1440-A007-4268F77EC4C3}" srcOrd="1" destOrd="0" presId="urn:microsoft.com/office/officeart/2005/8/layout/vList2"/>
    <dgm:cxn modelId="{9942484B-F7F4-0A41-8DE3-AC11D9DB4BDA}" type="presParOf" srcId="{B8A06C80-F727-1C45-BFD6-76C7B4A85604}" destId="{CA610AF8-19B4-C84C-BD6E-17CA4309160C}" srcOrd="2" destOrd="0" presId="urn:microsoft.com/office/officeart/2005/8/layout/vList2"/>
    <dgm:cxn modelId="{38D0C148-4980-5E4E-811E-A0459FDBEFCF}" type="presParOf" srcId="{B8A06C80-F727-1C45-BFD6-76C7B4A85604}" destId="{A36BDD50-C820-834D-8BC6-87357AD57E83}" srcOrd="3" destOrd="0" presId="urn:microsoft.com/office/officeart/2005/8/layout/vList2"/>
    <dgm:cxn modelId="{C64E0763-0BDA-714F-913E-6954A84BE518}" type="presParOf" srcId="{B8A06C80-F727-1C45-BFD6-76C7B4A85604}" destId="{197BE7BD-AA88-A649-9F46-D37C1D072FF8}" srcOrd="4" destOrd="0" presId="urn:microsoft.com/office/officeart/2005/8/layout/vList2"/>
    <dgm:cxn modelId="{F662A6D3-86FD-1949-93E7-7074A955DD49}" type="presParOf" srcId="{B8A06C80-F727-1C45-BFD6-76C7B4A85604}" destId="{02AE00D4-6C84-184B-BD70-A90661FD215E}" srcOrd="5" destOrd="0" presId="urn:microsoft.com/office/officeart/2005/8/layout/vList2"/>
    <dgm:cxn modelId="{65F0E0FF-1F95-334C-97E4-D9428D8327CC}" type="presParOf" srcId="{B8A06C80-F727-1C45-BFD6-76C7B4A85604}" destId="{C7C4ED99-73D2-CF48-B266-C9F72EF571DD}" srcOrd="6" destOrd="0" presId="urn:microsoft.com/office/officeart/2005/8/layout/vList2"/>
    <dgm:cxn modelId="{DA745989-5F19-4548-8022-86554022B88B}" type="presParOf" srcId="{B8A06C80-F727-1C45-BFD6-76C7B4A85604}" destId="{686C3CBE-BEF5-FD4E-8852-7B7B386C2F1D}" srcOrd="7" destOrd="0" presId="urn:microsoft.com/office/officeart/2005/8/layout/vList2"/>
    <dgm:cxn modelId="{DA7F6429-F674-AD44-9340-99F0D9D2B114}" type="presParOf" srcId="{B8A06C80-F727-1C45-BFD6-76C7B4A85604}" destId="{21FD801D-F30D-0846-88B2-169AB43CAC3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FB761F8-27CC-4C0C-B208-B36A72115FC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9E1A790-0FC9-435D-8F2A-9DA0C821D116}">
      <dgm:prSet/>
      <dgm:spPr/>
      <dgm:t>
        <a:bodyPr/>
        <a:lstStyle/>
        <a:p>
          <a:r>
            <a:rPr lang="en-US"/>
            <a:t>✨ Step 1: Vague prompt → output</a:t>
          </a:r>
        </a:p>
      </dgm:t>
    </dgm:pt>
    <dgm:pt modelId="{EDE6FC5D-EC3A-4E3F-8F0C-00A7A2E8433F}" type="parTrans" cxnId="{76C90EC5-0ED6-44B5-A5A1-7F67F2EBC3EE}">
      <dgm:prSet/>
      <dgm:spPr/>
      <dgm:t>
        <a:bodyPr/>
        <a:lstStyle/>
        <a:p>
          <a:endParaRPr lang="en-US"/>
        </a:p>
      </dgm:t>
    </dgm:pt>
    <dgm:pt modelId="{61F38FF7-73D4-47A2-A9C0-0FCDF37C32CB}" type="sibTrans" cxnId="{76C90EC5-0ED6-44B5-A5A1-7F67F2EBC3EE}">
      <dgm:prSet/>
      <dgm:spPr/>
      <dgm:t>
        <a:bodyPr/>
        <a:lstStyle/>
        <a:p>
          <a:endParaRPr lang="en-US"/>
        </a:p>
      </dgm:t>
    </dgm:pt>
    <dgm:pt modelId="{65616A8D-29E9-410D-B9B7-E239B71C048A}">
      <dgm:prSet/>
      <dgm:spPr/>
      <dgm:t>
        <a:bodyPr/>
        <a:lstStyle/>
        <a:p>
          <a:r>
            <a:rPr lang="en-US"/>
            <a:t>✨ Step 2: Refined prompt → improved output</a:t>
          </a:r>
        </a:p>
      </dgm:t>
    </dgm:pt>
    <dgm:pt modelId="{7CFD8A15-E5B0-409D-A5FE-989C4C2BDF5A}" type="parTrans" cxnId="{F17E4E81-32E6-4908-85C6-CF3EF493BE6D}">
      <dgm:prSet/>
      <dgm:spPr/>
      <dgm:t>
        <a:bodyPr/>
        <a:lstStyle/>
        <a:p>
          <a:endParaRPr lang="en-US"/>
        </a:p>
      </dgm:t>
    </dgm:pt>
    <dgm:pt modelId="{3D5C7FF2-9F07-41DC-8B6C-38F3FA6233AE}" type="sibTrans" cxnId="{F17E4E81-32E6-4908-85C6-CF3EF493BE6D}">
      <dgm:prSet/>
      <dgm:spPr/>
      <dgm:t>
        <a:bodyPr/>
        <a:lstStyle/>
        <a:p>
          <a:endParaRPr lang="en-US"/>
        </a:p>
      </dgm:t>
    </dgm:pt>
    <dgm:pt modelId="{5FA0B4E3-A498-43CE-93C8-6F246C4BB36A}">
      <dgm:prSet/>
      <dgm:spPr/>
      <dgm:t>
        <a:bodyPr/>
        <a:lstStyle/>
        <a:p>
          <a:r>
            <a:rPr lang="en-US"/>
            <a:t>✨ Compare clarity and depth</a:t>
          </a:r>
        </a:p>
      </dgm:t>
    </dgm:pt>
    <dgm:pt modelId="{DE802759-E230-42E6-9023-D2A7515C6393}" type="parTrans" cxnId="{3182127A-F085-4A6B-A3F1-6AEBA04EA69F}">
      <dgm:prSet/>
      <dgm:spPr/>
      <dgm:t>
        <a:bodyPr/>
        <a:lstStyle/>
        <a:p>
          <a:endParaRPr lang="en-US"/>
        </a:p>
      </dgm:t>
    </dgm:pt>
    <dgm:pt modelId="{05FC270F-D613-4349-A430-4155E150E4B7}" type="sibTrans" cxnId="{3182127A-F085-4A6B-A3F1-6AEBA04EA69F}">
      <dgm:prSet/>
      <dgm:spPr/>
      <dgm:t>
        <a:bodyPr/>
        <a:lstStyle/>
        <a:p>
          <a:endParaRPr lang="en-US"/>
        </a:p>
      </dgm:t>
    </dgm:pt>
    <dgm:pt modelId="{29562F0F-73FF-0B41-A834-EB4AAD565D1F}" type="pres">
      <dgm:prSet presAssocID="{EFB761F8-27CC-4C0C-B208-B36A72115FCC}" presName="linear" presStyleCnt="0">
        <dgm:presLayoutVars>
          <dgm:animLvl val="lvl"/>
          <dgm:resizeHandles val="exact"/>
        </dgm:presLayoutVars>
      </dgm:prSet>
      <dgm:spPr/>
    </dgm:pt>
    <dgm:pt modelId="{552BFAE1-EA97-1A49-9331-89C7EBFC563E}" type="pres">
      <dgm:prSet presAssocID="{59E1A790-0FC9-435D-8F2A-9DA0C821D11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6C07E0B-A6C3-1444-9035-B675A2DC7C5E}" type="pres">
      <dgm:prSet presAssocID="{61F38FF7-73D4-47A2-A9C0-0FCDF37C32CB}" presName="spacer" presStyleCnt="0"/>
      <dgm:spPr/>
    </dgm:pt>
    <dgm:pt modelId="{9B8707FD-3ACA-4749-9266-76980E1A9D4E}" type="pres">
      <dgm:prSet presAssocID="{65616A8D-29E9-410D-B9B7-E239B71C048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DEB9A7F-4A6D-2947-89AF-9F93AC52A091}" type="pres">
      <dgm:prSet presAssocID="{3D5C7FF2-9F07-41DC-8B6C-38F3FA6233AE}" presName="spacer" presStyleCnt="0"/>
      <dgm:spPr/>
    </dgm:pt>
    <dgm:pt modelId="{8C2F8A75-7684-5846-A75C-4E217DE156DE}" type="pres">
      <dgm:prSet presAssocID="{5FA0B4E3-A498-43CE-93C8-6F246C4BB36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5CBB837-FA97-DD40-86BC-2A84360E7C63}" type="presOf" srcId="{EFB761F8-27CC-4C0C-B208-B36A72115FCC}" destId="{29562F0F-73FF-0B41-A834-EB4AAD565D1F}" srcOrd="0" destOrd="0" presId="urn:microsoft.com/office/officeart/2005/8/layout/vList2"/>
    <dgm:cxn modelId="{1F312D3C-875C-B342-A1FB-88EE7421AE4B}" type="presOf" srcId="{5FA0B4E3-A498-43CE-93C8-6F246C4BB36A}" destId="{8C2F8A75-7684-5846-A75C-4E217DE156DE}" srcOrd="0" destOrd="0" presId="urn:microsoft.com/office/officeart/2005/8/layout/vList2"/>
    <dgm:cxn modelId="{3182127A-F085-4A6B-A3F1-6AEBA04EA69F}" srcId="{EFB761F8-27CC-4C0C-B208-B36A72115FCC}" destId="{5FA0B4E3-A498-43CE-93C8-6F246C4BB36A}" srcOrd="2" destOrd="0" parTransId="{DE802759-E230-42E6-9023-D2A7515C6393}" sibTransId="{05FC270F-D613-4349-A430-4155E150E4B7}"/>
    <dgm:cxn modelId="{F17E4E81-32E6-4908-85C6-CF3EF493BE6D}" srcId="{EFB761F8-27CC-4C0C-B208-B36A72115FCC}" destId="{65616A8D-29E9-410D-B9B7-E239B71C048A}" srcOrd="1" destOrd="0" parTransId="{7CFD8A15-E5B0-409D-A5FE-989C4C2BDF5A}" sibTransId="{3D5C7FF2-9F07-41DC-8B6C-38F3FA6233AE}"/>
    <dgm:cxn modelId="{76C90EC5-0ED6-44B5-A5A1-7F67F2EBC3EE}" srcId="{EFB761F8-27CC-4C0C-B208-B36A72115FCC}" destId="{59E1A790-0FC9-435D-8F2A-9DA0C821D116}" srcOrd="0" destOrd="0" parTransId="{EDE6FC5D-EC3A-4E3F-8F0C-00A7A2E8433F}" sibTransId="{61F38FF7-73D4-47A2-A9C0-0FCDF37C32CB}"/>
    <dgm:cxn modelId="{315A32DE-AD3D-F249-BEE5-423518D6D8E5}" type="presOf" srcId="{59E1A790-0FC9-435D-8F2A-9DA0C821D116}" destId="{552BFAE1-EA97-1A49-9331-89C7EBFC563E}" srcOrd="0" destOrd="0" presId="urn:microsoft.com/office/officeart/2005/8/layout/vList2"/>
    <dgm:cxn modelId="{B5C121E9-042A-A248-A60C-B9FEDE6D4A27}" type="presOf" srcId="{65616A8D-29E9-410D-B9B7-E239B71C048A}" destId="{9B8707FD-3ACA-4749-9266-76980E1A9D4E}" srcOrd="0" destOrd="0" presId="urn:microsoft.com/office/officeart/2005/8/layout/vList2"/>
    <dgm:cxn modelId="{524A9465-EB5D-2442-8F11-2288B50B1B6A}" type="presParOf" srcId="{29562F0F-73FF-0B41-A834-EB4AAD565D1F}" destId="{552BFAE1-EA97-1A49-9331-89C7EBFC563E}" srcOrd="0" destOrd="0" presId="urn:microsoft.com/office/officeart/2005/8/layout/vList2"/>
    <dgm:cxn modelId="{4AC84555-3523-7044-A785-169E9B9B6772}" type="presParOf" srcId="{29562F0F-73FF-0B41-A834-EB4AAD565D1F}" destId="{96C07E0B-A6C3-1444-9035-B675A2DC7C5E}" srcOrd="1" destOrd="0" presId="urn:microsoft.com/office/officeart/2005/8/layout/vList2"/>
    <dgm:cxn modelId="{E219E319-D792-5E4F-992C-C7A06C3E84B9}" type="presParOf" srcId="{29562F0F-73FF-0B41-A834-EB4AAD565D1F}" destId="{9B8707FD-3ACA-4749-9266-76980E1A9D4E}" srcOrd="2" destOrd="0" presId="urn:microsoft.com/office/officeart/2005/8/layout/vList2"/>
    <dgm:cxn modelId="{6F840E92-05A5-E043-92D9-5CE4F0E574E3}" type="presParOf" srcId="{29562F0F-73FF-0B41-A834-EB4AAD565D1F}" destId="{0DEB9A7F-4A6D-2947-89AF-9F93AC52A091}" srcOrd="3" destOrd="0" presId="urn:microsoft.com/office/officeart/2005/8/layout/vList2"/>
    <dgm:cxn modelId="{FBD0A632-1048-9D44-B7AD-6A12129C5F7B}" type="presParOf" srcId="{29562F0F-73FF-0B41-A834-EB4AAD565D1F}" destId="{8C2F8A75-7684-5846-A75C-4E217DE156D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3A7EE56-558B-4F4E-9617-32347181145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0A1CA2A-E21F-43D6-80A8-5C988FDB2229}">
      <dgm:prSet/>
      <dgm:spPr/>
      <dgm:t>
        <a:bodyPr/>
        <a:lstStyle/>
        <a:p>
          <a:r>
            <a:rPr lang="en-US"/>
            <a:t>✅ Prompt = input</a:t>
          </a:r>
        </a:p>
      </dgm:t>
    </dgm:pt>
    <dgm:pt modelId="{39987ABE-3CB7-44DB-A6AD-DD2A0FC74C1C}" type="parTrans" cxnId="{00975A87-29B0-4B19-B675-F89EE979701F}">
      <dgm:prSet/>
      <dgm:spPr/>
      <dgm:t>
        <a:bodyPr/>
        <a:lstStyle/>
        <a:p>
          <a:endParaRPr lang="en-US"/>
        </a:p>
      </dgm:t>
    </dgm:pt>
    <dgm:pt modelId="{8B6B678E-C109-4AD2-86CD-6E5AB0C0FDBC}" type="sibTrans" cxnId="{00975A87-29B0-4B19-B675-F89EE979701F}">
      <dgm:prSet/>
      <dgm:spPr/>
      <dgm:t>
        <a:bodyPr/>
        <a:lstStyle/>
        <a:p>
          <a:endParaRPr lang="en-US"/>
        </a:p>
      </dgm:t>
    </dgm:pt>
    <dgm:pt modelId="{74F93F3B-A08C-4F82-B697-7304B131E55D}">
      <dgm:prSet/>
      <dgm:spPr/>
      <dgm:t>
        <a:bodyPr/>
        <a:lstStyle/>
        <a:p>
          <a:r>
            <a:rPr lang="en-US"/>
            <a:t>✅ Prompt engineering = better inputs for better outputs</a:t>
          </a:r>
        </a:p>
      </dgm:t>
    </dgm:pt>
    <dgm:pt modelId="{05AA00F0-B8B3-4F60-ACDA-B882ED3B7758}" type="parTrans" cxnId="{73BD2D66-61FF-4F09-B72A-9A0C10C8191C}">
      <dgm:prSet/>
      <dgm:spPr/>
      <dgm:t>
        <a:bodyPr/>
        <a:lstStyle/>
        <a:p>
          <a:endParaRPr lang="en-US"/>
        </a:p>
      </dgm:t>
    </dgm:pt>
    <dgm:pt modelId="{B33EF235-E23F-463C-8ED3-6E3DA4E42567}" type="sibTrans" cxnId="{73BD2D66-61FF-4F09-B72A-9A0C10C8191C}">
      <dgm:prSet/>
      <dgm:spPr/>
      <dgm:t>
        <a:bodyPr/>
        <a:lstStyle/>
        <a:p>
          <a:endParaRPr lang="en-US"/>
        </a:p>
      </dgm:t>
    </dgm:pt>
    <dgm:pt modelId="{EC420EED-C08B-4236-BEB2-EC66FAFE8B3B}">
      <dgm:prSet/>
      <dgm:spPr/>
      <dgm:t>
        <a:bodyPr/>
        <a:lstStyle/>
        <a:p>
          <a:r>
            <a:rPr lang="en-US"/>
            <a:t>✅ Works across disciplines</a:t>
          </a:r>
        </a:p>
      </dgm:t>
    </dgm:pt>
    <dgm:pt modelId="{E90C0E48-BECB-4099-9A9B-F476EA58EA6F}" type="parTrans" cxnId="{1CE6040E-0AE9-4712-B738-24943583B031}">
      <dgm:prSet/>
      <dgm:spPr/>
      <dgm:t>
        <a:bodyPr/>
        <a:lstStyle/>
        <a:p>
          <a:endParaRPr lang="en-US"/>
        </a:p>
      </dgm:t>
    </dgm:pt>
    <dgm:pt modelId="{D0AB20DD-3309-402A-B412-E868C8D8B036}" type="sibTrans" cxnId="{1CE6040E-0AE9-4712-B738-24943583B031}">
      <dgm:prSet/>
      <dgm:spPr/>
      <dgm:t>
        <a:bodyPr/>
        <a:lstStyle/>
        <a:p>
          <a:endParaRPr lang="en-US"/>
        </a:p>
      </dgm:t>
    </dgm:pt>
    <dgm:pt modelId="{CB859E86-0FDB-C94F-9939-A9635F458FA3}" type="pres">
      <dgm:prSet presAssocID="{23A7EE56-558B-4F4E-9617-323471811450}" presName="linear" presStyleCnt="0">
        <dgm:presLayoutVars>
          <dgm:animLvl val="lvl"/>
          <dgm:resizeHandles val="exact"/>
        </dgm:presLayoutVars>
      </dgm:prSet>
      <dgm:spPr/>
    </dgm:pt>
    <dgm:pt modelId="{976F5BDC-05B0-CF48-B6A0-F4F0A7C22077}" type="pres">
      <dgm:prSet presAssocID="{30A1CA2A-E21F-43D6-80A8-5C988FDB222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687F5E6-94C0-1E45-BC37-916D44CAE853}" type="pres">
      <dgm:prSet presAssocID="{8B6B678E-C109-4AD2-86CD-6E5AB0C0FDBC}" presName="spacer" presStyleCnt="0"/>
      <dgm:spPr/>
    </dgm:pt>
    <dgm:pt modelId="{7CAF01F3-B12D-8648-A878-CF1658AA04ED}" type="pres">
      <dgm:prSet presAssocID="{74F93F3B-A08C-4F82-B697-7304B131E55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D356119-2F61-9644-99B5-A720B0C15690}" type="pres">
      <dgm:prSet presAssocID="{B33EF235-E23F-463C-8ED3-6E3DA4E42567}" presName="spacer" presStyleCnt="0"/>
      <dgm:spPr/>
    </dgm:pt>
    <dgm:pt modelId="{86655ECF-4269-EE42-9B23-C649ED9C1475}" type="pres">
      <dgm:prSet presAssocID="{EC420EED-C08B-4236-BEB2-EC66FAFE8B3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CE6040E-0AE9-4712-B738-24943583B031}" srcId="{23A7EE56-558B-4F4E-9617-323471811450}" destId="{EC420EED-C08B-4236-BEB2-EC66FAFE8B3B}" srcOrd="2" destOrd="0" parTransId="{E90C0E48-BECB-4099-9A9B-F476EA58EA6F}" sibTransId="{D0AB20DD-3309-402A-B412-E868C8D8B036}"/>
    <dgm:cxn modelId="{3F13D112-7BE7-254A-BDAD-D26981A9C70A}" type="presOf" srcId="{74F93F3B-A08C-4F82-B697-7304B131E55D}" destId="{7CAF01F3-B12D-8648-A878-CF1658AA04ED}" srcOrd="0" destOrd="0" presId="urn:microsoft.com/office/officeart/2005/8/layout/vList2"/>
    <dgm:cxn modelId="{0C5D4651-8CAC-7349-9B65-27A97BA52724}" type="presOf" srcId="{23A7EE56-558B-4F4E-9617-323471811450}" destId="{CB859E86-0FDB-C94F-9939-A9635F458FA3}" srcOrd="0" destOrd="0" presId="urn:microsoft.com/office/officeart/2005/8/layout/vList2"/>
    <dgm:cxn modelId="{9AFF2A61-95F1-B849-9BFA-BF5549775DEA}" type="presOf" srcId="{EC420EED-C08B-4236-BEB2-EC66FAFE8B3B}" destId="{86655ECF-4269-EE42-9B23-C649ED9C1475}" srcOrd="0" destOrd="0" presId="urn:microsoft.com/office/officeart/2005/8/layout/vList2"/>
    <dgm:cxn modelId="{73BD2D66-61FF-4F09-B72A-9A0C10C8191C}" srcId="{23A7EE56-558B-4F4E-9617-323471811450}" destId="{74F93F3B-A08C-4F82-B697-7304B131E55D}" srcOrd="1" destOrd="0" parTransId="{05AA00F0-B8B3-4F60-ACDA-B882ED3B7758}" sibTransId="{B33EF235-E23F-463C-8ED3-6E3DA4E42567}"/>
    <dgm:cxn modelId="{00975A87-29B0-4B19-B675-F89EE979701F}" srcId="{23A7EE56-558B-4F4E-9617-323471811450}" destId="{30A1CA2A-E21F-43D6-80A8-5C988FDB2229}" srcOrd="0" destOrd="0" parTransId="{39987ABE-3CB7-44DB-A6AD-DD2A0FC74C1C}" sibTransId="{8B6B678E-C109-4AD2-86CD-6E5AB0C0FDBC}"/>
    <dgm:cxn modelId="{9FFCB7A5-5E58-964E-A364-54B708C144CF}" type="presOf" srcId="{30A1CA2A-E21F-43D6-80A8-5C988FDB2229}" destId="{976F5BDC-05B0-CF48-B6A0-F4F0A7C22077}" srcOrd="0" destOrd="0" presId="urn:microsoft.com/office/officeart/2005/8/layout/vList2"/>
    <dgm:cxn modelId="{FE93331D-CEEC-DD49-9AD1-297130876462}" type="presParOf" srcId="{CB859E86-0FDB-C94F-9939-A9635F458FA3}" destId="{976F5BDC-05B0-CF48-B6A0-F4F0A7C22077}" srcOrd="0" destOrd="0" presId="urn:microsoft.com/office/officeart/2005/8/layout/vList2"/>
    <dgm:cxn modelId="{B4FD9A87-0F22-4C47-90D2-CF5814C05782}" type="presParOf" srcId="{CB859E86-0FDB-C94F-9939-A9635F458FA3}" destId="{D687F5E6-94C0-1E45-BC37-916D44CAE853}" srcOrd="1" destOrd="0" presId="urn:microsoft.com/office/officeart/2005/8/layout/vList2"/>
    <dgm:cxn modelId="{70C92F8A-07BD-E44C-9CF6-8BDAC12D3BD5}" type="presParOf" srcId="{CB859E86-0FDB-C94F-9939-A9635F458FA3}" destId="{7CAF01F3-B12D-8648-A878-CF1658AA04ED}" srcOrd="2" destOrd="0" presId="urn:microsoft.com/office/officeart/2005/8/layout/vList2"/>
    <dgm:cxn modelId="{0390D0F7-7785-1445-8438-C8538E9A3D57}" type="presParOf" srcId="{CB859E86-0FDB-C94F-9939-A9635F458FA3}" destId="{DD356119-2F61-9644-99B5-A720B0C15690}" srcOrd="3" destOrd="0" presId="urn:microsoft.com/office/officeart/2005/8/layout/vList2"/>
    <dgm:cxn modelId="{C4BF6FCC-87C7-2441-B743-ED943FB2E66C}" type="presParOf" srcId="{CB859E86-0FDB-C94F-9939-A9635F458FA3}" destId="{86655ECF-4269-EE42-9B23-C649ED9C147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5C0D966-E90A-4931-8D4F-FD8A1704A94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5DC061C-E948-4E7C-A0F9-B20136104B69}">
      <dgm:prSet/>
      <dgm:spPr/>
      <dgm:t>
        <a:bodyPr/>
        <a:lstStyle/>
        <a:p>
          <a:pPr>
            <a:defRPr cap="all"/>
          </a:pPr>
          <a:r>
            <a:rPr lang="en-US"/>
            <a:t>🔎 Google: Retrieves documents</a:t>
          </a:r>
        </a:p>
      </dgm:t>
    </dgm:pt>
    <dgm:pt modelId="{B6A0648E-5990-442A-8329-9C365260C1B8}" type="parTrans" cxnId="{AAA63297-E888-46B5-9465-F475E96553E8}">
      <dgm:prSet/>
      <dgm:spPr/>
      <dgm:t>
        <a:bodyPr/>
        <a:lstStyle/>
        <a:p>
          <a:endParaRPr lang="en-US"/>
        </a:p>
      </dgm:t>
    </dgm:pt>
    <dgm:pt modelId="{C7A9D76E-C8BC-4839-A2A0-6904FE7336DD}" type="sibTrans" cxnId="{AAA63297-E888-46B5-9465-F475E96553E8}">
      <dgm:prSet/>
      <dgm:spPr/>
      <dgm:t>
        <a:bodyPr/>
        <a:lstStyle/>
        <a:p>
          <a:endParaRPr lang="en-US"/>
        </a:p>
      </dgm:t>
    </dgm:pt>
    <dgm:pt modelId="{6F9E80C2-3EA3-461A-BC42-E2662971F4D4}">
      <dgm:prSet/>
      <dgm:spPr/>
      <dgm:t>
        <a:bodyPr/>
        <a:lstStyle/>
        <a:p>
          <a:pPr>
            <a:defRPr cap="all"/>
          </a:pPr>
          <a:r>
            <a:rPr lang="en-US"/>
            <a:t>🤖 LLM: Generates new content</a:t>
          </a:r>
        </a:p>
      </dgm:t>
    </dgm:pt>
    <dgm:pt modelId="{1BFEE138-AF35-4B27-A735-7513B15379DC}" type="parTrans" cxnId="{68DA68BE-C60C-4BB8-9887-E37A1A2BB579}">
      <dgm:prSet/>
      <dgm:spPr/>
      <dgm:t>
        <a:bodyPr/>
        <a:lstStyle/>
        <a:p>
          <a:endParaRPr lang="en-US"/>
        </a:p>
      </dgm:t>
    </dgm:pt>
    <dgm:pt modelId="{B8904DC5-E78D-484F-BD24-F7ACF3EDFFE6}" type="sibTrans" cxnId="{68DA68BE-C60C-4BB8-9887-E37A1A2BB579}">
      <dgm:prSet/>
      <dgm:spPr/>
      <dgm:t>
        <a:bodyPr/>
        <a:lstStyle/>
        <a:p>
          <a:endParaRPr lang="en-US"/>
        </a:p>
      </dgm:t>
    </dgm:pt>
    <dgm:pt modelId="{7FE6F256-4974-45A8-B0E6-90DEB54BC2A2}">
      <dgm:prSet/>
      <dgm:spPr/>
      <dgm:t>
        <a:bodyPr/>
        <a:lstStyle/>
        <a:p>
          <a:pPr>
            <a:defRPr cap="all"/>
          </a:pPr>
          <a:r>
            <a:rPr lang="en-US"/>
            <a:t>💡 Retrieval vs Generation</a:t>
          </a:r>
        </a:p>
      </dgm:t>
    </dgm:pt>
    <dgm:pt modelId="{D201DE77-A6CD-4197-B779-479B39B6910F}" type="parTrans" cxnId="{5D27BF9A-9D17-413A-B537-DB8BA68BCD3B}">
      <dgm:prSet/>
      <dgm:spPr/>
      <dgm:t>
        <a:bodyPr/>
        <a:lstStyle/>
        <a:p>
          <a:endParaRPr lang="en-US"/>
        </a:p>
      </dgm:t>
    </dgm:pt>
    <dgm:pt modelId="{869B20F5-B197-41BD-B933-5D46364EE7C9}" type="sibTrans" cxnId="{5D27BF9A-9D17-413A-B537-DB8BA68BCD3B}">
      <dgm:prSet/>
      <dgm:spPr/>
      <dgm:t>
        <a:bodyPr/>
        <a:lstStyle/>
        <a:p>
          <a:endParaRPr lang="en-US"/>
        </a:p>
      </dgm:t>
    </dgm:pt>
    <dgm:pt modelId="{56EE78B0-EE75-4172-BA89-D87FE40A2004}" type="pres">
      <dgm:prSet presAssocID="{F5C0D966-E90A-4931-8D4F-FD8A1704A946}" presName="root" presStyleCnt="0">
        <dgm:presLayoutVars>
          <dgm:dir/>
          <dgm:resizeHandles val="exact"/>
        </dgm:presLayoutVars>
      </dgm:prSet>
      <dgm:spPr/>
    </dgm:pt>
    <dgm:pt modelId="{CB212ED0-86C5-4D62-B937-C5B9BE706A73}" type="pres">
      <dgm:prSet presAssocID="{65DC061C-E948-4E7C-A0F9-B20136104B69}" presName="compNode" presStyleCnt="0"/>
      <dgm:spPr/>
    </dgm:pt>
    <dgm:pt modelId="{9C9D1BDB-915F-47D5-A4A2-AF39A98815C3}" type="pres">
      <dgm:prSet presAssocID="{65DC061C-E948-4E7C-A0F9-B20136104B69}" presName="iconBgRect" presStyleLbl="bgShp" presStyleIdx="0" presStyleCnt="3"/>
      <dgm:spPr/>
    </dgm:pt>
    <dgm:pt modelId="{C5CF1BE0-45E4-45F9-9EDD-BEB0CFF7BBC7}" type="pres">
      <dgm:prSet presAssocID="{65DC061C-E948-4E7C-A0F9-B20136104B6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4425B7DC-A057-43B8-B0D0-EA03DEFD75A4}" type="pres">
      <dgm:prSet presAssocID="{65DC061C-E948-4E7C-A0F9-B20136104B69}" presName="spaceRect" presStyleCnt="0"/>
      <dgm:spPr/>
    </dgm:pt>
    <dgm:pt modelId="{79EA90FE-8861-4BE2-91B4-30992B7B7829}" type="pres">
      <dgm:prSet presAssocID="{65DC061C-E948-4E7C-A0F9-B20136104B69}" presName="textRect" presStyleLbl="revTx" presStyleIdx="0" presStyleCnt="3">
        <dgm:presLayoutVars>
          <dgm:chMax val="1"/>
          <dgm:chPref val="1"/>
        </dgm:presLayoutVars>
      </dgm:prSet>
      <dgm:spPr/>
    </dgm:pt>
    <dgm:pt modelId="{3B34C05B-1A65-4CDF-95F9-C6B5AE8DF019}" type="pres">
      <dgm:prSet presAssocID="{C7A9D76E-C8BC-4839-A2A0-6904FE7336DD}" presName="sibTrans" presStyleCnt="0"/>
      <dgm:spPr/>
    </dgm:pt>
    <dgm:pt modelId="{6BE1FB78-16D3-46D3-8490-57BBDEC131B2}" type="pres">
      <dgm:prSet presAssocID="{6F9E80C2-3EA3-461A-BC42-E2662971F4D4}" presName="compNode" presStyleCnt="0"/>
      <dgm:spPr/>
    </dgm:pt>
    <dgm:pt modelId="{EA34875A-DC06-410B-9E75-EB01F53C2A9D}" type="pres">
      <dgm:prSet presAssocID="{6F9E80C2-3EA3-461A-BC42-E2662971F4D4}" presName="iconBgRect" presStyleLbl="bgShp" presStyleIdx="1" presStyleCnt="3"/>
      <dgm:spPr/>
    </dgm:pt>
    <dgm:pt modelId="{83D95C1F-70C7-472F-88FE-B4083B8C7765}" type="pres">
      <dgm:prSet presAssocID="{6F9E80C2-3EA3-461A-BC42-E2662971F4D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F00C7A19-E974-40FB-B209-BB2C3A029C5B}" type="pres">
      <dgm:prSet presAssocID="{6F9E80C2-3EA3-461A-BC42-E2662971F4D4}" presName="spaceRect" presStyleCnt="0"/>
      <dgm:spPr/>
    </dgm:pt>
    <dgm:pt modelId="{BABDF788-08D5-4934-86E5-FD91DD02A0E3}" type="pres">
      <dgm:prSet presAssocID="{6F9E80C2-3EA3-461A-BC42-E2662971F4D4}" presName="textRect" presStyleLbl="revTx" presStyleIdx="1" presStyleCnt="3">
        <dgm:presLayoutVars>
          <dgm:chMax val="1"/>
          <dgm:chPref val="1"/>
        </dgm:presLayoutVars>
      </dgm:prSet>
      <dgm:spPr/>
    </dgm:pt>
    <dgm:pt modelId="{5408CBF4-281B-4950-B552-70D074770BF7}" type="pres">
      <dgm:prSet presAssocID="{B8904DC5-E78D-484F-BD24-F7ACF3EDFFE6}" presName="sibTrans" presStyleCnt="0"/>
      <dgm:spPr/>
    </dgm:pt>
    <dgm:pt modelId="{CDC9E912-371F-483F-A2DA-3979795DAD8E}" type="pres">
      <dgm:prSet presAssocID="{7FE6F256-4974-45A8-B0E6-90DEB54BC2A2}" presName="compNode" presStyleCnt="0"/>
      <dgm:spPr/>
    </dgm:pt>
    <dgm:pt modelId="{F2761E3F-8B37-4DC4-AF61-88374B89CBF0}" type="pres">
      <dgm:prSet presAssocID="{7FE6F256-4974-45A8-B0E6-90DEB54BC2A2}" presName="iconBgRect" presStyleLbl="bgShp" presStyleIdx="2" presStyleCnt="3"/>
      <dgm:spPr/>
    </dgm:pt>
    <dgm:pt modelId="{8D899D8B-8CB0-4F3D-B6D7-ED2F9ABC6B8C}" type="pres">
      <dgm:prSet presAssocID="{7FE6F256-4974-45A8-B0E6-90DEB54BC2A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58FF2F8-B991-4617-A4AE-0CF53CF98CA8}" type="pres">
      <dgm:prSet presAssocID="{7FE6F256-4974-45A8-B0E6-90DEB54BC2A2}" presName="spaceRect" presStyleCnt="0"/>
      <dgm:spPr/>
    </dgm:pt>
    <dgm:pt modelId="{9BA00EE4-23CB-4828-8A3D-2956003B187D}" type="pres">
      <dgm:prSet presAssocID="{7FE6F256-4974-45A8-B0E6-90DEB54BC2A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C611019-E5AF-4E95-A539-A50E67E28D39}" type="presOf" srcId="{6F9E80C2-3EA3-461A-BC42-E2662971F4D4}" destId="{BABDF788-08D5-4934-86E5-FD91DD02A0E3}" srcOrd="0" destOrd="0" presId="urn:microsoft.com/office/officeart/2018/5/layout/IconCircleLabelList"/>
    <dgm:cxn modelId="{3C31E323-84E6-4051-ABDD-CED7E3B2983F}" type="presOf" srcId="{7FE6F256-4974-45A8-B0E6-90DEB54BC2A2}" destId="{9BA00EE4-23CB-4828-8A3D-2956003B187D}" srcOrd="0" destOrd="0" presId="urn:microsoft.com/office/officeart/2018/5/layout/IconCircleLabelList"/>
    <dgm:cxn modelId="{987B6F27-4DC9-4D61-90D4-8DCC32EE7A25}" type="presOf" srcId="{65DC061C-E948-4E7C-A0F9-B20136104B69}" destId="{79EA90FE-8861-4BE2-91B4-30992B7B7829}" srcOrd="0" destOrd="0" presId="urn:microsoft.com/office/officeart/2018/5/layout/IconCircleLabelList"/>
    <dgm:cxn modelId="{DCCAD93E-7B28-446A-B5F1-B3C001B209A6}" type="presOf" srcId="{F5C0D966-E90A-4931-8D4F-FD8A1704A946}" destId="{56EE78B0-EE75-4172-BA89-D87FE40A2004}" srcOrd="0" destOrd="0" presId="urn:microsoft.com/office/officeart/2018/5/layout/IconCircleLabelList"/>
    <dgm:cxn modelId="{AAA63297-E888-46B5-9465-F475E96553E8}" srcId="{F5C0D966-E90A-4931-8D4F-FD8A1704A946}" destId="{65DC061C-E948-4E7C-A0F9-B20136104B69}" srcOrd="0" destOrd="0" parTransId="{B6A0648E-5990-442A-8329-9C365260C1B8}" sibTransId="{C7A9D76E-C8BC-4839-A2A0-6904FE7336DD}"/>
    <dgm:cxn modelId="{5D27BF9A-9D17-413A-B537-DB8BA68BCD3B}" srcId="{F5C0D966-E90A-4931-8D4F-FD8A1704A946}" destId="{7FE6F256-4974-45A8-B0E6-90DEB54BC2A2}" srcOrd="2" destOrd="0" parTransId="{D201DE77-A6CD-4197-B779-479B39B6910F}" sibTransId="{869B20F5-B197-41BD-B933-5D46364EE7C9}"/>
    <dgm:cxn modelId="{68DA68BE-C60C-4BB8-9887-E37A1A2BB579}" srcId="{F5C0D966-E90A-4931-8D4F-FD8A1704A946}" destId="{6F9E80C2-3EA3-461A-BC42-E2662971F4D4}" srcOrd="1" destOrd="0" parTransId="{1BFEE138-AF35-4B27-A735-7513B15379DC}" sibTransId="{B8904DC5-E78D-484F-BD24-F7ACF3EDFFE6}"/>
    <dgm:cxn modelId="{8D673D6D-435B-4772-89D9-928F3CB22134}" type="presParOf" srcId="{56EE78B0-EE75-4172-BA89-D87FE40A2004}" destId="{CB212ED0-86C5-4D62-B937-C5B9BE706A73}" srcOrd="0" destOrd="0" presId="urn:microsoft.com/office/officeart/2018/5/layout/IconCircleLabelList"/>
    <dgm:cxn modelId="{DD587A19-1E22-4D94-A40D-1FCA897940FC}" type="presParOf" srcId="{CB212ED0-86C5-4D62-B937-C5B9BE706A73}" destId="{9C9D1BDB-915F-47D5-A4A2-AF39A98815C3}" srcOrd="0" destOrd="0" presId="urn:microsoft.com/office/officeart/2018/5/layout/IconCircleLabelList"/>
    <dgm:cxn modelId="{F83A6F08-5CB6-4DC6-A375-CC7C317873A4}" type="presParOf" srcId="{CB212ED0-86C5-4D62-B937-C5B9BE706A73}" destId="{C5CF1BE0-45E4-45F9-9EDD-BEB0CFF7BBC7}" srcOrd="1" destOrd="0" presId="urn:microsoft.com/office/officeart/2018/5/layout/IconCircleLabelList"/>
    <dgm:cxn modelId="{07C4B6E2-14C4-4F43-A3EE-65B1C4E91B4A}" type="presParOf" srcId="{CB212ED0-86C5-4D62-B937-C5B9BE706A73}" destId="{4425B7DC-A057-43B8-B0D0-EA03DEFD75A4}" srcOrd="2" destOrd="0" presId="urn:microsoft.com/office/officeart/2018/5/layout/IconCircleLabelList"/>
    <dgm:cxn modelId="{2FC80C7E-EDC4-4F0F-9672-C6726CE29C06}" type="presParOf" srcId="{CB212ED0-86C5-4D62-B937-C5B9BE706A73}" destId="{79EA90FE-8861-4BE2-91B4-30992B7B7829}" srcOrd="3" destOrd="0" presId="urn:microsoft.com/office/officeart/2018/5/layout/IconCircleLabelList"/>
    <dgm:cxn modelId="{3083F2A4-4144-4985-A80E-57E1A4875BB9}" type="presParOf" srcId="{56EE78B0-EE75-4172-BA89-D87FE40A2004}" destId="{3B34C05B-1A65-4CDF-95F9-C6B5AE8DF019}" srcOrd="1" destOrd="0" presId="urn:microsoft.com/office/officeart/2018/5/layout/IconCircleLabelList"/>
    <dgm:cxn modelId="{029B1927-8724-42EF-AB2A-35375A5954EC}" type="presParOf" srcId="{56EE78B0-EE75-4172-BA89-D87FE40A2004}" destId="{6BE1FB78-16D3-46D3-8490-57BBDEC131B2}" srcOrd="2" destOrd="0" presId="urn:microsoft.com/office/officeart/2018/5/layout/IconCircleLabelList"/>
    <dgm:cxn modelId="{C223A1BC-1A29-4D11-A215-AA36AE3CA8C9}" type="presParOf" srcId="{6BE1FB78-16D3-46D3-8490-57BBDEC131B2}" destId="{EA34875A-DC06-410B-9E75-EB01F53C2A9D}" srcOrd="0" destOrd="0" presId="urn:microsoft.com/office/officeart/2018/5/layout/IconCircleLabelList"/>
    <dgm:cxn modelId="{27450326-4EFD-4249-8F18-3F621C8B8D7E}" type="presParOf" srcId="{6BE1FB78-16D3-46D3-8490-57BBDEC131B2}" destId="{83D95C1F-70C7-472F-88FE-B4083B8C7765}" srcOrd="1" destOrd="0" presId="urn:microsoft.com/office/officeart/2018/5/layout/IconCircleLabelList"/>
    <dgm:cxn modelId="{9C843A01-C867-4209-AE28-7EE96829E46C}" type="presParOf" srcId="{6BE1FB78-16D3-46D3-8490-57BBDEC131B2}" destId="{F00C7A19-E974-40FB-B209-BB2C3A029C5B}" srcOrd="2" destOrd="0" presId="urn:microsoft.com/office/officeart/2018/5/layout/IconCircleLabelList"/>
    <dgm:cxn modelId="{74226862-EF83-42C1-AAE5-958D565581D9}" type="presParOf" srcId="{6BE1FB78-16D3-46D3-8490-57BBDEC131B2}" destId="{BABDF788-08D5-4934-86E5-FD91DD02A0E3}" srcOrd="3" destOrd="0" presId="urn:microsoft.com/office/officeart/2018/5/layout/IconCircleLabelList"/>
    <dgm:cxn modelId="{E45D5148-510C-4807-BED8-AE582A15F68C}" type="presParOf" srcId="{56EE78B0-EE75-4172-BA89-D87FE40A2004}" destId="{5408CBF4-281B-4950-B552-70D074770BF7}" srcOrd="3" destOrd="0" presId="urn:microsoft.com/office/officeart/2018/5/layout/IconCircleLabelList"/>
    <dgm:cxn modelId="{617E4378-6501-44D8-BD76-8CDA85FFE6DA}" type="presParOf" srcId="{56EE78B0-EE75-4172-BA89-D87FE40A2004}" destId="{CDC9E912-371F-483F-A2DA-3979795DAD8E}" srcOrd="4" destOrd="0" presId="urn:microsoft.com/office/officeart/2018/5/layout/IconCircleLabelList"/>
    <dgm:cxn modelId="{6223CB49-D74B-4F6D-A480-DE2295D0D214}" type="presParOf" srcId="{CDC9E912-371F-483F-A2DA-3979795DAD8E}" destId="{F2761E3F-8B37-4DC4-AF61-88374B89CBF0}" srcOrd="0" destOrd="0" presId="urn:microsoft.com/office/officeart/2018/5/layout/IconCircleLabelList"/>
    <dgm:cxn modelId="{919676B7-DFA8-4156-A622-1A74FE5F0D7A}" type="presParOf" srcId="{CDC9E912-371F-483F-A2DA-3979795DAD8E}" destId="{8D899D8B-8CB0-4F3D-B6D7-ED2F9ABC6B8C}" srcOrd="1" destOrd="0" presId="urn:microsoft.com/office/officeart/2018/5/layout/IconCircleLabelList"/>
    <dgm:cxn modelId="{44849D90-8C3B-49CE-8366-78941AC14F81}" type="presParOf" srcId="{CDC9E912-371F-483F-A2DA-3979795DAD8E}" destId="{058FF2F8-B991-4617-A4AE-0CF53CF98CA8}" srcOrd="2" destOrd="0" presId="urn:microsoft.com/office/officeart/2018/5/layout/IconCircleLabelList"/>
    <dgm:cxn modelId="{7DC038BC-DA62-4B9D-91ED-F06235166C80}" type="presParOf" srcId="{CDC9E912-371F-483F-A2DA-3979795DAD8E}" destId="{9BA00EE4-23CB-4828-8A3D-2956003B187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AFDEEE4-F444-4071-A0DD-C3332C1BD1B6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C90C1EA-5CEF-4B2B-9403-F4A7135B0715}">
      <dgm:prSet/>
      <dgm:spPr/>
      <dgm:t>
        <a:bodyPr/>
        <a:lstStyle/>
        <a:p>
          <a:r>
            <a:rPr lang="en-US"/>
            <a:t>🧠 AI predicts patterns, not 'truth'</a:t>
          </a:r>
        </a:p>
      </dgm:t>
    </dgm:pt>
    <dgm:pt modelId="{06EC2985-5D6C-45BE-B789-8501424F8181}" type="parTrans" cxnId="{6688C7C8-2C5B-4F9A-84E8-8EAF094B4A0A}">
      <dgm:prSet/>
      <dgm:spPr/>
      <dgm:t>
        <a:bodyPr/>
        <a:lstStyle/>
        <a:p>
          <a:endParaRPr lang="en-US"/>
        </a:p>
      </dgm:t>
    </dgm:pt>
    <dgm:pt modelId="{275598A6-53B5-416A-A4D0-AE34CFB9DC86}" type="sibTrans" cxnId="{6688C7C8-2C5B-4F9A-84E8-8EAF094B4A0A}">
      <dgm:prSet/>
      <dgm:spPr/>
      <dgm:t>
        <a:bodyPr/>
        <a:lstStyle/>
        <a:p>
          <a:endParaRPr lang="en-US"/>
        </a:p>
      </dgm:t>
    </dgm:pt>
    <dgm:pt modelId="{9CFD445E-9825-4C66-A7B8-C30D8F37353A}">
      <dgm:prSet/>
      <dgm:spPr/>
      <dgm:t>
        <a:bodyPr/>
        <a:lstStyle/>
        <a:p>
          <a:r>
            <a:rPr lang="en-US"/>
            <a:t>📊 Prompts focus AI like a lens</a:t>
          </a:r>
        </a:p>
      </dgm:t>
    </dgm:pt>
    <dgm:pt modelId="{EDE7D48F-8897-4DEA-A5A0-B11B0AE089A3}" type="parTrans" cxnId="{46AFED5F-4787-4C65-9F4C-F0FAB92D818F}">
      <dgm:prSet/>
      <dgm:spPr/>
      <dgm:t>
        <a:bodyPr/>
        <a:lstStyle/>
        <a:p>
          <a:endParaRPr lang="en-US"/>
        </a:p>
      </dgm:t>
    </dgm:pt>
    <dgm:pt modelId="{AED60223-15F9-4EAD-AEFB-944C6C9EB894}" type="sibTrans" cxnId="{46AFED5F-4787-4C65-9F4C-F0FAB92D818F}">
      <dgm:prSet/>
      <dgm:spPr/>
      <dgm:t>
        <a:bodyPr/>
        <a:lstStyle/>
        <a:p>
          <a:endParaRPr lang="en-US"/>
        </a:p>
      </dgm:t>
    </dgm:pt>
    <dgm:pt modelId="{E1657C65-31CE-4D1F-AB4A-CB963533ECED}">
      <dgm:prSet/>
      <dgm:spPr/>
      <dgm:t>
        <a:bodyPr/>
        <a:lstStyle/>
        <a:p>
          <a:r>
            <a:rPr lang="en-US"/>
            <a:t>🔍 Weak prompts = vague answers</a:t>
          </a:r>
        </a:p>
      </dgm:t>
    </dgm:pt>
    <dgm:pt modelId="{6F45F024-DAB9-4ABF-9C7E-15DB0C353489}" type="parTrans" cxnId="{063DCF0C-93A1-4EC4-9AD8-E4DDA0405989}">
      <dgm:prSet/>
      <dgm:spPr/>
      <dgm:t>
        <a:bodyPr/>
        <a:lstStyle/>
        <a:p>
          <a:endParaRPr lang="en-US"/>
        </a:p>
      </dgm:t>
    </dgm:pt>
    <dgm:pt modelId="{C061F57C-26BF-4C95-ADE3-3F78D376BC89}" type="sibTrans" cxnId="{063DCF0C-93A1-4EC4-9AD8-E4DDA0405989}">
      <dgm:prSet/>
      <dgm:spPr/>
      <dgm:t>
        <a:bodyPr/>
        <a:lstStyle/>
        <a:p>
          <a:endParaRPr lang="en-US"/>
        </a:p>
      </dgm:t>
    </dgm:pt>
    <dgm:pt modelId="{99D9E080-3B74-41E6-A0DE-F2C0AC3CB0E7}">
      <dgm:prSet/>
      <dgm:spPr/>
      <dgm:t>
        <a:bodyPr/>
        <a:lstStyle/>
        <a:p>
          <a:r>
            <a:rPr lang="en-US"/>
            <a:t>🌟 Strong prompts = precise responses</a:t>
          </a:r>
        </a:p>
      </dgm:t>
    </dgm:pt>
    <dgm:pt modelId="{D0AE056D-5864-4A2B-A141-C5BBE61AEC63}" type="parTrans" cxnId="{F7C76907-B115-447B-94AD-1F9B1B630B52}">
      <dgm:prSet/>
      <dgm:spPr/>
      <dgm:t>
        <a:bodyPr/>
        <a:lstStyle/>
        <a:p>
          <a:endParaRPr lang="en-US"/>
        </a:p>
      </dgm:t>
    </dgm:pt>
    <dgm:pt modelId="{539F55F6-5E75-4FBE-BB2C-9F09AFD37091}" type="sibTrans" cxnId="{F7C76907-B115-447B-94AD-1F9B1B630B52}">
      <dgm:prSet/>
      <dgm:spPr/>
      <dgm:t>
        <a:bodyPr/>
        <a:lstStyle/>
        <a:p>
          <a:endParaRPr lang="en-US"/>
        </a:p>
      </dgm:t>
    </dgm:pt>
    <dgm:pt modelId="{C7294E81-59BF-8F40-9ADE-0EBACE31E74E}" type="pres">
      <dgm:prSet presAssocID="{6AFDEEE4-F444-4071-A0DD-C3332C1BD1B6}" presName="matrix" presStyleCnt="0">
        <dgm:presLayoutVars>
          <dgm:chMax val="1"/>
          <dgm:dir/>
          <dgm:resizeHandles val="exact"/>
        </dgm:presLayoutVars>
      </dgm:prSet>
      <dgm:spPr/>
    </dgm:pt>
    <dgm:pt modelId="{7DCFCE0B-DE1B-FB4E-A172-915BF8054285}" type="pres">
      <dgm:prSet presAssocID="{6AFDEEE4-F444-4071-A0DD-C3332C1BD1B6}" presName="diamond" presStyleLbl="bgShp" presStyleIdx="0" presStyleCnt="1"/>
      <dgm:spPr/>
    </dgm:pt>
    <dgm:pt modelId="{EC1FCF61-C6CD-BB4E-AA2A-B391947BD1EF}" type="pres">
      <dgm:prSet presAssocID="{6AFDEEE4-F444-4071-A0DD-C3332C1BD1B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3193450-0567-FB46-A441-994E60411F5D}" type="pres">
      <dgm:prSet presAssocID="{6AFDEEE4-F444-4071-A0DD-C3332C1BD1B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BBEC254-9B8F-4044-BF03-C0BCF3B09AD5}" type="pres">
      <dgm:prSet presAssocID="{6AFDEEE4-F444-4071-A0DD-C3332C1BD1B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0A8E18B-78BB-7540-ADAB-FAAF01F435D8}" type="pres">
      <dgm:prSet presAssocID="{6AFDEEE4-F444-4071-A0DD-C3332C1BD1B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6F5EA04-149F-2549-A0F1-5C54B67EE444}" type="presOf" srcId="{6AFDEEE4-F444-4071-A0DD-C3332C1BD1B6}" destId="{C7294E81-59BF-8F40-9ADE-0EBACE31E74E}" srcOrd="0" destOrd="0" presId="urn:microsoft.com/office/officeart/2005/8/layout/matrix3"/>
    <dgm:cxn modelId="{F7C76907-B115-447B-94AD-1F9B1B630B52}" srcId="{6AFDEEE4-F444-4071-A0DD-C3332C1BD1B6}" destId="{99D9E080-3B74-41E6-A0DE-F2C0AC3CB0E7}" srcOrd="3" destOrd="0" parTransId="{D0AE056D-5864-4A2B-A141-C5BBE61AEC63}" sibTransId="{539F55F6-5E75-4FBE-BB2C-9F09AFD37091}"/>
    <dgm:cxn modelId="{E04FB30A-A12F-404E-93E2-DD4C51DDFAA7}" type="presOf" srcId="{E1657C65-31CE-4D1F-AB4A-CB963533ECED}" destId="{8BBEC254-9B8F-4044-BF03-C0BCF3B09AD5}" srcOrd="0" destOrd="0" presId="urn:microsoft.com/office/officeart/2005/8/layout/matrix3"/>
    <dgm:cxn modelId="{063DCF0C-93A1-4EC4-9AD8-E4DDA0405989}" srcId="{6AFDEEE4-F444-4071-A0DD-C3332C1BD1B6}" destId="{E1657C65-31CE-4D1F-AB4A-CB963533ECED}" srcOrd="2" destOrd="0" parTransId="{6F45F024-DAB9-4ABF-9C7E-15DB0C353489}" sibTransId="{C061F57C-26BF-4C95-ADE3-3F78D376BC89}"/>
    <dgm:cxn modelId="{46AFED5F-4787-4C65-9F4C-F0FAB92D818F}" srcId="{6AFDEEE4-F444-4071-A0DD-C3332C1BD1B6}" destId="{9CFD445E-9825-4C66-A7B8-C30D8F37353A}" srcOrd="1" destOrd="0" parTransId="{EDE7D48F-8897-4DEA-A5A0-B11B0AE089A3}" sibTransId="{AED60223-15F9-4EAD-AEFB-944C6C9EB894}"/>
    <dgm:cxn modelId="{21515A7A-3C2E-9841-B3ED-332486EA7D14}" type="presOf" srcId="{99D9E080-3B74-41E6-A0DE-F2C0AC3CB0E7}" destId="{A0A8E18B-78BB-7540-ADAB-FAAF01F435D8}" srcOrd="0" destOrd="0" presId="urn:microsoft.com/office/officeart/2005/8/layout/matrix3"/>
    <dgm:cxn modelId="{F819209D-E400-FD41-91EA-2939C20840B2}" type="presOf" srcId="{2C90C1EA-5CEF-4B2B-9403-F4A7135B0715}" destId="{EC1FCF61-C6CD-BB4E-AA2A-B391947BD1EF}" srcOrd="0" destOrd="0" presId="urn:microsoft.com/office/officeart/2005/8/layout/matrix3"/>
    <dgm:cxn modelId="{6688C7C8-2C5B-4F9A-84E8-8EAF094B4A0A}" srcId="{6AFDEEE4-F444-4071-A0DD-C3332C1BD1B6}" destId="{2C90C1EA-5CEF-4B2B-9403-F4A7135B0715}" srcOrd="0" destOrd="0" parTransId="{06EC2985-5D6C-45BE-B789-8501424F8181}" sibTransId="{275598A6-53B5-416A-A4D0-AE34CFB9DC86}"/>
    <dgm:cxn modelId="{ADAFC7FF-92D6-544B-9773-6EA800511BC6}" type="presOf" srcId="{9CFD445E-9825-4C66-A7B8-C30D8F37353A}" destId="{83193450-0567-FB46-A441-994E60411F5D}" srcOrd="0" destOrd="0" presId="urn:microsoft.com/office/officeart/2005/8/layout/matrix3"/>
    <dgm:cxn modelId="{FFBCF6E6-662A-4B44-B5D7-B661E6AE81AA}" type="presParOf" srcId="{C7294E81-59BF-8F40-9ADE-0EBACE31E74E}" destId="{7DCFCE0B-DE1B-FB4E-A172-915BF8054285}" srcOrd="0" destOrd="0" presId="urn:microsoft.com/office/officeart/2005/8/layout/matrix3"/>
    <dgm:cxn modelId="{B3AED320-900D-BD45-AF53-DEBCD64AAA2A}" type="presParOf" srcId="{C7294E81-59BF-8F40-9ADE-0EBACE31E74E}" destId="{EC1FCF61-C6CD-BB4E-AA2A-B391947BD1EF}" srcOrd="1" destOrd="0" presId="urn:microsoft.com/office/officeart/2005/8/layout/matrix3"/>
    <dgm:cxn modelId="{C027F727-EB77-8A4A-BF5A-0EE97D3F4CF4}" type="presParOf" srcId="{C7294E81-59BF-8F40-9ADE-0EBACE31E74E}" destId="{83193450-0567-FB46-A441-994E60411F5D}" srcOrd="2" destOrd="0" presId="urn:microsoft.com/office/officeart/2005/8/layout/matrix3"/>
    <dgm:cxn modelId="{7BC27949-F48B-DA4E-AF3B-70A7E99F3CF4}" type="presParOf" srcId="{C7294E81-59BF-8F40-9ADE-0EBACE31E74E}" destId="{8BBEC254-9B8F-4044-BF03-C0BCF3B09AD5}" srcOrd="3" destOrd="0" presId="urn:microsoft.com/office/officeart/2005/8/layout/matrix3"/>
    <dgm:cxn modelId="{4A28011C-3C95-C649-98F4-22FBCCFB7465}" type="presParOf" srcId="{C7294E81-59BF-8F40-9ADE-0EBACE31E74E}" destId="{A0A8E18B-78BB-7540-ADAB-FAAF01F435D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582B8D8-9372-4ADE-8467-84A40F048C17}" type="doc">
      <dgm:prSet loTypeId="urn:microsoft.com/office/officeart/2005/8/layout/cycle1" loCatId="cycle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FD80E9C-4A17-4346-8DB1-BCB384EAA9FD}">
      <dgm:prSet/>
      <dgm:spPr/>
      <dgm:t>
        <a:bodyPr/>
        <a:lstStyle/>
        <a:p>
          <a:r>
            <a:rPr lang="en-US" dirty="0"/>
            <a:t>Output</a:t>
          </a:r>
        </a:p>
      </dgm:t>
    </dgm:pt>
    <dgm:pt modelId="{CC170640-3426-49B6-8FBD-E5987F39999E}" type="parTrans" cxnId="{FE000680-2067-4737-99E9-C9F1804C47EE}">
      <dgm:prSet/>
      <dgm:spPr/>
      <dgm:t>
        <a:bodyPr/>
        <a:lstStyle/>
        <a:p>
          <a:endParaRPr lang="en-US"/>
        </a:p>
      </dgm:t>
    </dgm:pt>
    <dgm:pt modelId="{4571133D-7689-4DC4-B398-A353D110F7A4}" type="sibTrans" cxnId="{FE000680-2067-4737-99E9-C9F1804C47EE}">
      <dgm:prSet/>
      <dgm:spPr/>
      <dgm:t>
        <a:bodyPr/>
        <a:lstStyle/>
        <a:p>
          <a:endParaRPr lang="en-US"/>
        </a:p>
      </dgm:t>
    </dgm:pt>
    <dgm:pt modelId="{8046EDC6-78F5-4F15-9E81-36EF80430480}">
      <dgm:prSet/>
      <dgm:spPr/>
      <dgm:t>
        <a:bodyPr/>
        <a:lstStyle/>
        <a:p>
          <a:r>
            <a:rPr lang="en-US" dirty="0"/>
            <a:t>Refine </a:t>
          </a:r>
        </a:p>
      </dgm:t>
    </dgm:pt>
    <dgm:pt modelId="{D263A17C-EB25-48C4-9D89-8431A7785CF0}" type="parTrans" cxnId="{ADF83B6E-426E-40A1-82B2-BCD810FBE43A}">
      <dgm:prSet/>
      <dgm:spPr/>
      <dgm:t>
        <a:bodyPr/>
        <a:lstStyle/>
        <a:p>
          <a:endParaRPr lang="en-US"/>
        </a:p>
      </dgm:t>
    </dgm:pt>
    <dgm:pt modelId="{E7552509-E6C0-451A-B441-2B977C420BC8}" type="sibTrans" cxnId="{ADF83B6E-426E-40A1-82B2-BCD810FBE43A}">
      <dgm:prSet/>
      <dgm:spPr/>
      <dgm:t>
        <a:bodyPr/>
        <a:lstStyle/>
        <a:p>
          <a:endParaRPr lang="en-US"/>
        </a:p>
      </dgm:t>
    </dgm:pt>
    <dgm:pt modelId="{7F40192A-A722-499D-A743-DE276C7A1C84}">
      <dgm:prSet/>
      <dgm:spPr/>
      <dgm:t>
        <a:bodyPr/>
        <a:lstStyle/>
        <a:p>
          <a:r>
            <a:rPr lang="en-US" dirty="0"/>
            <a:t>Prompt</a:t>
          </a:r>
        </a:p>
      </dgm:t>
    </dgm:pt>
    <dgm:pt modelId="{E0219944-AD5A-4E1F-8B18-12CD67A7895F}" type="parTrans" cxnId="{BA4066C6-FC05-40B0-ADDD-E5D76354C6F2}">
      <dgm:prSet/>
      <dgm:spPr/>
      <dgm:t>
        <a:bodyPr/>
        <a:lstStyle/>
        <a:p>
          <a:endParaRPr lang="en-US"/>
        </a:p>
      </dgm:t>
    </dgm:pt>
    <dgm:pt modelId="{45CCC21B-8F10-4D30-8853-0C9976620A12}" type="sibTrans" cxnId="{BA4066C6-FC05-40B0-ADDD-E5D76354C6F2}">
      <dgm:prSet/>
      <dgm:spPr/>
      <dgm:t>
        <a:bodyPr/>
        <a:lstStyle/>
        <a:p>
          <a:endParaRPr lang="en-US"/>
        </a:p>
      </dgm:t>
    </dgm:pt>
    <dgm:pt modelId="{95EBDDD6-CB38-7E41-A291-4F15F22C2327}" type="pres">
      <dgm:prSet presAssocID="{3582B8D8-9372-4ADE-8467-84A40F048C17}" presName="cycle" presStyleCnt="0">
        <dgm:presLayoutVars>
          <dgm:dir/>
          <dgm:resizeHandles val="exact"/>
        </dgm:presLayoutVars>
      </dgm:prSet>
      <dgm:spPr/>
    </dgm:pt>
    <dgm:pt modelId="{8CD99675-B14C-A047-A672-921D78637255}" type="pres">
      <dgm:prSet presAssocID="{7FD80E9C-4A17-4346-8DB1-BCB384EAA9FD}" presName="dummy" presStyleCnt="0"/>
      <dgm:spPr/>
    </dgm:pt>
    <dgm:pt modelId="{3DC2027A-9F00-B94D-98CC-2054FF85DCBF}" type="pres">
      <dgm:prSet presAssocID="{7FD80E9C-4A17-4346-8DB1-BCB384EAA9FD}" presName="node" presStyleLbl="revTx" presStyleIdx="0" presStyleCnt="3">
        <dgm:presLayoutVars>
          <dgm:bulletEnabled val="1"/>
        </dgm:presLayoutVars>
      </dgm:prSet>
      <dgm:spPr/>
    </dgm:pt>
    <dgm:pt modelId="{10EA1E72-ED4C-9544-96A7-12AC4B914543}" type="pres">
      <dgm:prSet presAssocID="{4571133D-7689-4DC4-B398-A353D110F7A4}" presName="sibTrans" presStyleLbl="node1" presStyleIdx="0" presStyleCnt="3"/>
      <dgm:spPr/>
    </dgm:pt>
    <dgm:pt modelId="{C3FB7354-2251-DC45-A010-0841278AE4E7}" type="pres">
      <dgm:prSet presAssocID="{8046EDC6-78F5-4F15-9E81-36EF80430480}" presName="dummy" presStyleCnt="0"/>
      <dgm:spPr/>
    </dgm:pt>
    <dgm:pt modelId="{7976856F-057C-0749-8B09-D316CC0D9865}" type="pres">
      <dgm:prSet presAssocID="{8046EDC6-78F5-4F15-9E81-36EF80430480}" presName="node" presStyleLbl="revTx" presStyleIdx="1" presStyleCnt="3">
        <dgm:presLayoutVars>
          <dgm:bulletEnabled val="1"/>
        </dgm:presLayoutVars>
      </dgm:prSet>
      <dgm:spPr/>
    </dgm:pt>
    <dgm:pt modelId="{C06F55BA-F213-2A41-97CD-2E03C3229581}" type="pres">
      <dgm:prSet presAssocID="{E7552509-E6C0-451A-B441-2B977C420BC8}" presName="sibTrans" presStyleLbl="node1" presStyleIdx="1" presStyleCnt="3"/>
      <dgm:spPr/>
    </dgm:pt>
    <dgm:pt modelId="{DFFAA530-1260-E14C-87BF-51F42F93383C}" type="pres">
      <dgm:prSet presAssocID="{7F40192A-A722-499D-A743-DE276C7A1C84}" presName="dummy" presStyleCnt="0"/>
      <dgm:spPr/>
    </dgm:pt>
    <dgm:pt modelId="{21040AAD-3F8A-B74E-A90A-384B0E6EF8FF}" type="pres">
      <dgm:prSet presAssocID="{7F40192A-A722-499D-A743-DE276C7A1C84}" presName="node" presStyleLbl="revTx" presStyleIdx="2" presStyleCnt="3">
        <dgm:presLayoutVars>
          <dgm:bulletEnabled val="1"/>
        </dgm:presLayoutVars>
      </dgm:prSet>
      <dgm:spPr/>
    </dgm:pt>
    <dgm:pt modelId="{577F7AA4-563B-574E-BA5B-1B8CF91883F5}" type="pres">
      <dgm:prSet presAssocID="{45CCC21B-8F10-4D30-8853-0C9976620A12}" presName="sibTrans" presStyleLbl="node1" presStyleIdx="2" presStyleCnt="3"/>
      <dgm:spPr/>
    </dgm:pt>
  </dgm:ptLst>
  <dgm:cxnLst>
    <dgm:cxn modelId="{610C6F0C-70D8-E541-9C85-7EF6F5FE6CB1}" type="presOf" srcId="{8046EDC6-78F5-4F15-9E81-36EF80430480}" destId="{7976856F-057C-0749-8B09-D316CC0D9865}" srcOrd="0" destOrd="0" presId="urn:microsoft.com/office/officeart/2005/8/layout/cycle1"/>
    <dgm:cxn modelId="{ADA5402C-4447-D44B-971D-BB1B5E612225}" type="presOf" srcId="{7FD80E9C-4A17-4346-8DB1-BCB384EAA9FD}" destId="{3DC2027A-9F00-B94D-98CC-2054FF85DCBF}" srcOrd="0" destOrd="0" presId="urn:microsoft.com/office/officeart/2005/8/layout/cycle1"/>
    <dgm:cxn modelId="{BE6A4C4F-0F05-514E-81EB-A750A692F61D}" type="presOf" srcId="{4571133D-7689-4DC4-B398-A353D110F7A4}" destId="{10EA1E72-ED4C-9544-96A7-12AC4B914543}" srcOrd="0" destOrd="0" presId="urn:microsoft.com/office/officeart/2005/8/layout/cycle1"/>
    <dgm:cxn modelId="{F0051063-97BE-1240-81A0-DAA48BD24CDD}" type="presOf" srcId="{45CCC21B-8F10-4D30-8853-0C9976620A12}" destId="{577F7AA4-563B-574E-BA5B-1B8CF91883F5}" srcOrd="0" destOrd="0" presId="urn:microsoft.com/office/officeart/2005/8/layout/cycle1"/>
    <dgm:cxn modelId="{719E206B-0118-7B47-8FCD-FC6464A7C734}" type="presOf" srcId="{7F40192A-A722-499D-A743-DE276C7A1C84}" destId="{21040AAD-3F8A-B74E-A90A-384B0E6EF8FF}" srcOrd="0" destOrd="0" presId="urn:microsoft.com/office/officeart/2005/8/layout/cycle1"/>
    <dgm:cxn modelId="{ADF83B6E-426E-40A1-82B2-BCD810FBE43A}" srcId="{3582B8D8-9372-4ADE-8467-84A40F048C17}" destId="{8046EDC6-78F5-4F15-9E81-36EF80430480}" srcOrd="1" destOrd="0" parTransId="{D263A17C-EB25-48C4-9D89-8431A7785CF0}" sibTransId="{E7552509-E6C0-451A-B441-2B977C420BC8}"/>
    <dgm:cxn modelId="{FE000680-2067-4737-99E9-C9F1804C47EE}" srcId="{3582B8D8-9372-4ADE-8467-84A40F048C17}" destId="{7FD80E9C-4A17-4346-8DB1-BCB384EAA9FD}" srcOrd="0" destOrd="0" parTransId="{CC170640-3426-49B6-8FBD-E5987F39999E}" sibTransId="{4571133D-7689-4DC4-B398-A353D110F7A4}"/>
    <dgm:cxn modelId="{BA4066C6-FC05-40B0-ADDD-E5D76354C6F2}" srcId="{3582B8D8-9372-4ADE-8467-84A40F048C17}" destId="{7F40192A-A722-499D-A743-DE276C7A1C84}" srcOrd="2" destOrd="0" parTransId="{E0219944-AD5A-4E1F-8B18-12CD67A7895F}" sibTransId="{45CCC21B-8F10-4D30-8853-0C9976620A12}"/>
    <dgm:cxn modelId="{901962DD-A984-9D45-8521-B4CD6F1AC3DF}" type="presOf" srcId="{3582B8D8-9372-4ADE-8467-84A40F048C17}" destId="{95EBDDD6-CB38-7E41-A291-4F15F22C2327}" srcOrd="0" destOrd="0" presId="urn:microsoft.com/office/officeart/2005/8/layout/cycle1"/>
    <dgm:cxn modelId="{CA433CF1-63F2-CD48-A191-38997FA95256}" type="presOf" srcId="{E7552509-E6C0-451A-B441-2B977C420BC8}" destId="{C06F55BA-F213-2A41-97CD-2E03C3229581}" srcOrd="0" destOrd="0" presId="urn:microsoft.com/office/officeart/2005/8/layout/cycle1"/>
    <dgm:cxn modelId="{7941B86E-C8B5-7144-B80E-D7EC5BA94C8A}" type="presParOf" srcId="{95EBDDD6-CB38-7E41-A291-4F15F22C2327}" destId="{8CD99675-B14C-A047-A672-921D78637255}" srcOrd="0" destOrd="0" presId="urn:microsoft.com/office/officeart/2005/8/layout/cycle1"/>
    <dgm:cxn modelId="{1902CB50-A43F-EE4C-8B88-58C6B3C1548E}" type="presParOf" srcId="{95EBDDD6-CB38-7E41-A291-4F15F22C2327}" destId="{3DC2027A-9F00-B94D-98CC-2054FF85DCBF}" srcOrd="1" destOrd="0" presId="urn:microsoft.com/office/officeart/2005/8/layout/cycle1"/>
    <dgm:cxn modelId="{F59C0C11-5D59-0046-A0CC-D7FF94484106}" type="presParOf" srcId="{95EBDDD6-CB38-7E41-A291-4F15F22C2327}" destId="{10EA1E72-ED4C-9544-96A7-12AC4B914543}" srcOrd="2" destOrd="0" presId="urn:microsoft.com/office/officeart/2005/8/layout/cycle1"/>
    <dgm:cxn modelId="{2481EC75-BCB9-C54F-B144-F2488212EAB0}" type="presParOf" srcId="{95EBDDD6-CB38-7E41-A291-4F15F22C2327}" destId="{C3FB7354-2251-DC45-A010-0841278AE4E7}" srcOrd="3" destOrd="0" presId="urn:microsoft.com/office/officeart/2005/8/layout/cycle1"/>
    <dgm:cxn modelId="{4A9E8448-D7C9-FB41-9C96-64AC6628DA31}" type="presParOf" srcId="{95EBDDD6-CB38-7E41-A291-4F15F22C2327}" destId="{7976856F-057C-0749-8B09-D316CC0D9865}" srcOrd="4" destOrd="0" presId="urn:microsoft.com/office/officeart/2005/8/layout/cycle1"/>
    <dgm:cxn modelId="{F9F80886-F883-A545-B15B-9E68DA9EC854}" type="presParOf" srcId="{95EBDDD6-CB38-7E41-A291-4F15F22C2327}" destId="{C06F55BA-F213-2A41-97CD-2E03C3229581}" srcOrd="5" destOrd="0" presId="urn:microsoft.com/office/officeart/2005/8/layout/cycle1"/>
    <dgm:cxn modelId="{6E70E273-5DCC-6744-8875-32F34A0138EC}" type="presParOf" srcId="{95EBDDD6-CB38-7E41-A291-4F15F22C2327}" destId="{DFFAA530-1260-E14C-87BF-51F42F93383C}" srcOrd="6" destOrd="0" presId="urn:microsoft.com/office/officeart/2005/8/layout/cycle1"/>
    <dgm:cxn modelId="{5B558E09-E6A3-3B45-9727-7AA333CBF8B8}" type="presParOf" srcId="{95EBDDD6-CB38-7E41-A291-4F15F22C2327}" destId="{21040AAD-3F8A-B74E-A90A-384B0E6EF8FF}" srcOrd="7" destOrd="0" presId="urn:microsoft.com/office/officeart/2005/8/layout/cycle1"/>
    <dgm:cxn modelId="{4C8D38CD-60FC-5941-ACF4-B9E271C31B32}" type="presParOf" srcId="{95EBDDD6-CB38-7E41-A291-4F15F22C2327}" destId="{577F7AA4-563B-574E-BA5B-1B8CF91883F5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FF69F60-5BC4-41DE-8551-B5D518C4AF4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5CF8279-2A6E-455E-AE69-8CAE284D5A44}">
      <dgm:prSet/>
      <dgm:spPr/>
      <dgm:t>
        <a:bodyPr/>
        <a:lstStyle/>
        <a:p>
          <a:pPr>
            <a:defRPr cap="all"/>
          </a:pPr>
          <a:r>
            <a:rPr lang="en-US"/>
            <a:t>📝 Writing: Essays, reports</a:t>
          </a:r>
        </a:p>
      </dgm:t>
    </dgm:pt>
    <dgm:pt modelId="{CC2B0471-33F6-41C4-8F28-9FF12BFBA2C6}" type="parTrans" cxnId="{4E960EA7-C16C-4A4A-812D-76FC37B9FADB}">
      <dgm:prSet/>
      <dgm:spPr/>
      <dgm:t>
        <a:bodyPr/>
        <a:lstStyle/>
        <a:p>
          <a:endParaRPr lang="en-US"/>
        </a:p>
      </dgm:t>
    </dgm:pt>
    <dgm:pt modelId="{211EEEAA-7DFE-4F56-8330-1E77CB18FBCE}" type="sibTrans" cxnId="{4E960EA7-C16C-4A4A-812D-76FC37B9FADB}">
      <dgm:prSet/>
      <dgm:spPr/>
      <dgm:t>
        <a:bodyPr/>
        <a:lstStyle/>
        <a:p>
          <a:endParaRPr lang="en-US"/>
        </a:p>
      </dgm:t>
    </dgm:pt>
    <dgm:pt modelId="{EA3A5DCC-CE8C-4E57-8F62-82461786621D}">
      <dgm:prSet/>
      <dgm:spPr/>
      <dgm:t>
        <a:bodyPr/>
        <a:lstStyle/>
        <a:p>
          <a:pPr>
            <a:defRPr cap="all"/>
          </a:pPr>
          <a:r>
            <a:rPr lang="en-US"/>
            <a:t>📧 Productivity: Emails, meeting notes</a:t>
          </a:r>
        </a:p>
      </dgm:t>
    </dgm:pt>
    <dgm:pt modelId="{656DB004-A4E8-4D3D-A4F2-840880116295}" type="parTrans" cxnId="{E4C58F60-F8B8-47B7-88BC-75503CC03336}">
      <dgm:prSet/>
      <dgm:spPr/>
      <dgm:t>
        <a:bodyPr/>
        <a:lstStyle/>
        <a:p>
          <a:endParaRPr lang="en-US"/>
        </a:p>
      </dgm:t>
    </dgm:pt>
    <dgm:pt modelId="{5E643FB7-0118-45A7-8192-08D66D9BD026}" type="sibTrans" cxnId="{E4C58F60-F8B8-47B7-88BC-75503CC03336}">
      <dgm:prSet/>
      <dgm:spPr/>
      <dgm:t>
        <a:bodyPr/>
        <a:lstStyle/>
        <a:p>
          <a:endParaRPr lang="en-US"/>
        </a:p>
      </dgm:t>
    </dgm:pt>
    <dgm:pt modelId="{1603C412-9A2A-4403-B9C3-A0195E9D64FC}">
      <dgm:prSet/>
      <dgm:spPr/>
      <dgm:t>
        <a:bodyPr/>
        <a:lstStyle/>
        <a:p>
          <a:pPr>
            <a:defRPr cap="all"/>
          </a:pPr>
          <a:r>
            <a:rPr lang="en-US"/>
            <a:t>📚 Learning: Simplify concepts, quizzes</a:t>
          </a:r>
        </a:p>
      </dgm:t>
    </dgm:pt>
    <dgm:pt modelId="{9512661A-7747-478B-91AD-8DA19B1F9DF4}" type="parTrans" cxnId="{6150013E-3DB7-4C86-A136-A508A70064BA}">
      <dgm:prSet/>
      <dgm:spPr/>
      <dgm:t>
        <a:bodyPr/>
        <a:lstStyle/>
        <a:p>
          <a:endParaRPr lang="en-US"/>
        </a:p>
      </dgm:t>
    </dgm:pt>
    <dgm:pt modelId="{14F2F77D-A260-4E2E-BFAF-D4C2285E7CBF}" type="sibTrans" cxnId="{6150013E-3DB7-4C86-A136-A508A70064BA}">
      <dgm:prSet/>
      <dgm:spPr/>
      <dgm:t>
        <a:bodyPr/>
        <a:lstStyle/>
        <a:p>
          <a:endParaRPr lang="en-US"/>
        </a:p>
      </dgm:t>
    </dgm:pt>
    <dgm:pt modelId="{A18135D9-4E6A-4D28-9653-6C3D5C91593B}">
      <dgm:prSet/>
      <dgm:spPr/>
      <dgm:t>
        <a:bodyPr/>
        <a:lstStyle/>
        <a:p>
          <a:pPr>
            <a:defRPr cap="all"/>
          </a:pPr>
          <a:r>
            <a:rPr lang="en-US"/>
            <a:t>🔬 Research: Summaries, hypotheses</a:t>
          </a:r>
        </a:p>
      </dgm:t>
    </dgm:pt>
    <dgm:pt modelId="{26217829-7742-4E71-8564-459D2B850CD3}" type="parTrans" cxnId="{12577447-2F2D-4A04-A9E3-605E4FFF4AA3}">
      <dgm:prSet/>
      <dgm:spPr/>
      <dgm:t>
        <a:bodyPr/>
        <a:lstStyle/>
        <a:p>
          <a:endParaRPr lang="en-US"/>
        </a:p>
      </dgm:t>
    </dgm:pt>
    <dgm:pt modelId="{465721B9-7A03-4668-9D85-DF96EDE2A034}" type="sibTrans" cxnId="{12577447-2F2D-4A04-A9E3-605E4FFF4AA3}">
      <dgm:prSet/>
      <dgm:spPr/>
      <dgm:t>
        <a:bodyPr/>
        <a:lstStyle/>
        <a:p>
          <a:endParaRPr lang="en-US"/>
        </a:p>
      </dgm:t>
    </dgm:pt>
    <dgm:pt modelId="{FDABC5E5-36DF-43CB-9FC4-8A8CCBB545EE}" type="pres">
      <dgm:prSet presAssocID="{6FF69F60-5BC4-41DE-8551-B5D518C4AF4F}" presName="root" presStyleCnt="0">
        <dgm:presLayoutVars>
          <dgm:dir/>
          <dgm:resizeHandles val="exact"/>
        </dgm:presLayoutVars>
      </dgm:prSet>
      <dgm:spPr/>
    </dgm:pt>
    <dgm:pt modelId="{30C39412-E1A5-41E6-9950-ADFBEFAB9535}" type="pres">
      <dgm:prSet presAssocID="{65CF8279-2A6E-455E-AE69-8CAE284D5A44}" presName="compNode" presStyleCnt="0"/>
      <dgm:spPr/>
    </dgm:pt>
    <dgm:pt modelId="{7858BEA1-2ACB-4ED8-888A-14007793A59C}" type="pres">
      <dgm:prSet presAssocID="{65CF8279-2A6E-455E-AE69-8CAE284D5A44}" presName="iconBgRect" presStyleLbl="bgShp" presStyleIdx="0" presStyleCnt="4"/>
      <dgm:spPr/>
    </dgm:pt>
    <dgm:pt modelId="{32F792DC-3ACF-4A8F-B22E-376C99910E2D}" type="pres">
      <dgm:prSet presAssocID="{65CF8279-2A6E-455E-AE69-8CAE284D5A4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FDCD9E23-97CB-4513-90BA-945D0C0CC25B}" type="pres">
      <dgm:prSet presAssocID="{65CF8279-2A6E-455E-AE69-8CAE284D5A44}" presName="spaceRect" presStyleCnt="0"/>
      <dgm:spPr/>
    </dgm:pt>
    <dgm:pt modelId="{E56E967A-C9AD-4E02-8DA0-98A14984F1EB}" type="pres">
      <dgm:prSet presAssocID="{65CF8279-2A6E-455E-AE69-8CAE284D5A44}" presName="textRect" presStyleLbl="revTx" presStyleIdx="0" presStyleCnt="4">
        <dgm:presLayoutVars>
          <dgm:chMax val="1"/>
          <dgm:chPref val="1"/>
        </dgm:presLayoutVars>
      </dgm:prSet>
      <dgm:spPr/>
    </dgm:pt>
    <dgm:pt modelId="{E82EEEDE-C41B-4669-B017-358EADDE9305}" type="pres">
      <dgm:prSet presAssocID="{211EEEAA-7DFE-4F56-8330-1E77CB18FBCE}" presName="sibTrans" presStyleCnt="0"/>
      <dgm:spPr/>
    </dgm:pt>
    <dgm:pt modelId="{23FA73A3-2BDB-451C-B812-E6B9CD56D19C}" type="pres">
      <dgm:prSet presAssocID="{EA3A5DCC-CE8C-4E57-8F62-82461786621D}" presName="compNode" presStyleCnt="0"/>
      <dgm:spPr/>
    </dgm:pt>
    <dgm:pt modelId="{D657F071-D293-4500-B1AD-12C9DFEBB100}" type="pres">
      <dgm:prSet presAssocID="{EA3A5DCC-CE8C-4E57-8F62-82461786621D}" presName="iconBgRect" presStyleLbl="bgShp" presStyleIdx="1" presStyleCnt="4"/>
      <dgm:spPr/>
    </dgm:pt>
    <dgm:pt modelId="{34460792-10DF-42A6-A7E3-6351D86A1F3C}" type="pres">
      <dgm:prSet presAssocID="{EA3A5DCC-CE8C-4E57-8F62-82461786621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nd"/>
        </a:ext>
      </dgm:extLst>
    </dgm:pt>
    <dgm:pt modelId="{20FDE87B-313D-4FCA-809F-326F9F24AB18}" type="pres">
      <dgm:prSet presAssocID="{EA3A5DCC-CE8C-4E57-8F62-82461786621D}" presName="spaceRect" presStyleCnt="0"/>
      <dgm:spPr/>
    </dgm:pt>
    <dgm:pt modelId="{251C1317-3919-49B4-ABAF-6295350FF3C9}" type="pres">
      <dgm:prSet presAssocID="{EA3A5DCC-CE8C-4E57-8F62-82461786621D}" presName="textRect" presStyleLbl="revTx" presStyleIdx="1" presStyleCnt="4">
        <dgm:presLayoutVars>
          <dgm:chMax val="1"/>
          <dgm:chPref val="1"/>
        </dgm:presLayoutVars>
      </dgm:prSet>
      <dgm:spPr/>
    </dgm:pt>
    <dgm:pt modelId="{D7409936-C9EB-4C66-99CF-5E6906991F16}" type="pres">
      <dgm:prSet presAssocID="{5E643FB7-0118-45A7-8192-08D66D9BD026}" presName="sibTrans" presStyleCnt="0"/>
      <dgm:spPr/>
    </dgm:pt>
    <dgm:pt modelId="{67E2CDB3-5B35-4143-8E30-F20921B5FADD}" type="pres">
      <dgm:prSet presAssocID="{1603C412-9A2A-4403-B9C3-A0195E9D64FC}" presName="compNode" presStyleCnt="0"/>
      <dgm:spPr/>
    </dgm:pt>
    <dgm:pt modelId="{1B63297C-B86C-494E-B664-475C82883BD1}" type="pres">
      <dgm:prSet presAssocID="{1603C412-9A2A-4403-B9C3-A0195E9D64FC}" presName="iconBgRect" presStyleLbl="bgShp" presStyleIdx="2" presStyleCnt="4"/>
      <dgm:spPr/>
    </dgm:pt>
    <dgm:pt modelId="{14BB9ECC-D7AC-421A-A40A-7FCEE55FB241}" type="pres">
      <dgm:prSet presAssocID="{1603C412-9A2A-4403-B9C3-A0195E9D64F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0DCA564-10FB-4CF6-8E00-4A0A1B11F08D}" type="pres">
      <dgm:prSet presAssocID="{1603C412-9A2A-4403-B9C3-A0195E9D64FC}" presName="spaceRect" presStyleCnt="0"/>
      <dgm:spPr/>
    </dgm:pt>
    <dgm:pt modelId="{F750D652-C269-4AFA-890F-7CBB0DE27B25}" type="pres">
      <dgm:prSet presAssocID="{1603C412-9A2A-4403-B9C3-A0195E9D64FC}" presName="textRect" presStyleLbl="revTx" presStyleIdx="2" presStyleCnt="4">
        <dgm:presLayoutVars>
          <dgm:chMax val="1"/>
          <dgm:chPref val="1"/>
        </dgm:presLayoutVars>
      </dgm:prSet>
      <dgm:spPr/>
    </dgm:pt>
    <dgm:pt modelId="{7A5C85D6-EF55-479A-AFF1-E551D9658AC0}" type="pres">
      <dgm:prSet presAssocID="{14F2F77D-A260-4E2E-BFAF-D4C2285E7CBF}" presName="sibTrans" presStyleCnt="0"/>
      <dgm:spPr/>
    </dgm:pt>
    <dgm:pt modelId="{C1F4F2FF-BF0C-44DC-B5CA-B8431F8657C2}" type="pres">
      <dgm:prSet presAssocID="{A18135D9-4E6A-4D28-9653-6C3D5C91593B}" presName="compNode" presStyleCnt="0"/>
      <dgm:spPr/>
    </dgm:pt>
    <dgm:pt modelId="{57C781B9-0584-427C-8E90-07BD50387C70}" type="pres">
      <dgm:prSet presAssocID="{A18135D9-4E6A-4D28-9653-6C3D5C91593B}" presName="iconBgRect" presStyleLbl="bgShp" presStyleIdx="3" presStyleCnt="4"/>
      <dgm:spPr/>
    </dgm:pt>
    <dgm:pt modelId="{7801B7F1-0E93-45EF-AB1A-4859C7D4451E}" type="pres">
      <dgm:prSet presAssocID="{A18135D9-4E6A-4D28-9653-6C3D5C91593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0FF864C4-3FB1-4AA8-8BCE-B6A33106C4FE}" type="pres">
      <dgm:prSet presAssocID="{A18135D9-4E6A-4D28-9653-6C3D5C91593B}" presName="spaceRect" presStyleCnt="0"/>
      <dgm:spPr/>
    </dgm:pt>
    <dgm:pt modelId="{D22CE828-DFDD-42EF-A253-EB3D941FF21D}" type="pres">
      <dgm:prSet presAssocID="{A18135D9-4E6A-4D28-9653-6C3D5C91593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8CF7D2A-43B0-4427-BFB0-2859EDEA2B26}" type="presOf" srcId="{EA3A5DCC-CE8C-4E57-8F62-82461786621D}" destId="{251C1317-3919-49B4-ABAF-6295350FF3C9}" srcOrd="0" destOrd="0" presId="urn:microsoft.com/office/officeart/2018/5/layout/IconCircleLabelList"/>
    <dgm:cxn modelId="{6150013E-3DB7-4C86-A136-A508A70064BA}" srcId="{6FF69F60-5BC4-41DE-8551-B5D518C4AF4F}" destId="{1603C412-9A2A-4403-B9C3-A0195E9D64FC}" srcOrd="2" destOrd="0" parTransId="{9512661A-7747-478B-91AD-8DA19B1F9DF4}" sibTransId="{14F2F77D-A260-4E2E-BFAF-D4C2285E7CBF}"/>
    <dgm:cxn modelId="{12577447-2F2D-4A04-A9E3-605E4FFF4AA3}" srcId="{6FF69F60-5BC4-41DE-8551-B5D518C4AF4F}" destId="{A18135D9-4E6A-4D28-9653-6C3D5C91593B}" srcOrd="3" destOrd="0" parTransId="{26217829-7742-4E71-8564-459D2B850CD3}" sibTransId="{465721B9-7A03-4668-9D85-DF96EDE2A034}"/>
    <dgm:cxn modelId="{34CE345A-8454-440C-A122-4117BBE8B18E}" type="presOf" srcId="{1603C412-9A2A-4403-B9C3-A0195E9D64FC}" destId="{F750D652-C269-4AFA-890F-7CBB0DE27B25}" srcOrd="0" destOrd="0" presId="urn:microsoft.com/office/officeart/2018/5/layout/IconCircleLabelList"/>
    <dgm:cxn modelId="{E4C58F60-F8B8-47B7-88BC-75503CC03336}" srcId="{6FF69F60-5BC4-41DE-8551-B5D518C4AF4F}" destId="{EA3A5DCC-CE8C-4E57-8F62-82461786621D}" srcOrd="1" destOrd="0" parTransId="{656DB004-A4E8-4D3D-A4F2-840880116295}" sibTransId="{5E643FB7-0118-45A7-8192-08D66D9BD026}"/>
    <dgm:cxn modelId="{238BB162-A35B-4F4E-9537-A9D0FC95BFF6}" type="presOf" srcId="{A18135D9-4E6A-4D28-9653-6C3D5C91593B}" destId="{D22CE828-DFDD-42EF-A253-EB3D941FF21D}" srcOrd="0" destOrd="0" presId="urn:microsoft.com/office/officeart/2018/5/layout/IconCircleLabelList"/>
    <dgm:cxn modelId="{4E960EA7-C16C-4A4A-812D-76FC37B9FADB}" srcId="{6FF69F60-5BC4-41DE-8551-B5D518C4AF4F}" destId="{65CF8279-2A6E-455E-AE69-8CAE284D5A44}" srcOrd="0" destOrd="0" parTransId="{CC2B0471-33F6-41C4-8F28-9FF12BFBA2C6}" sibTransId="{211EEEAA-7DFE-4F56-8330-1E77CB18FBCE}"/>
    <dgm:cxn modelId="{413C4FD6-914D-499A-8759-E9D599B3D996}" type="presOf" srcId="{6FF69F60-5BC4-41DE-8551-B5D518C4AF4F}" destId="{FDABC5E5-36DF-43CB-9FC4-8A8CCBB545EE}" srcOrd="0" destOrd="0" presId="urn:microsoft.com/office/officeart/2018/5/layout/IconCircleLabelList"/>
    <dgm:cxn modelId="{B99E17F8-2986-4910-A3FD-73DCA956F767}" type="presOf" srcId="{65CF8279-2A6E-455E-AE69-8CAE284D5A44}" destId="{E56E967A-C9AD-4E02-8DA0-98A14984F1EB}" srcOrd="0" destOrd="0" presId="urn:microsoft.com/office/officeart/2018/5/layout/IconCircleLabelList"/>
    <dgm:cxn modelId="{E4BB7B6E-B1F7-41ED-924E-F8427D6A430B}" type="presParOf" srcId="{FDABC5E5-36DF-43CB-9FC4-8A8CCBB545EE}" destId="{30C39412-E1A5-41E6-9950-ADFBEFAB9535}" srcOrd="0" destOrd="0" presId="urn:microsoft.com/office/officeart/2018/5/layout/IconCircleLabelList"/>
    <dgm:cxn modelId="{317A864D-A2F1-4B80-A0D7-F1560CBFE00C}" type="presParOf" srcId="{30C39412-E1A5-41E6-9950-ADFBEFAB9535}" destId="{7858BEA1-2ACB-4ED8-888A-14007793A59C}" srcOrd="0" destOrd="0" presId="urn:microsoft.com/office/officeart/2018/5/layout/IconCircleLabelList"/>
    <dgm:cxn modelId="{5D58F665-7294-4845-9919-3D1D2E23FACD}" type="presParOf" srcId="{30C39412-E1A5-41E6-9950-ADFBEFAB9535}" destId="{32F792DC-3ACF-4A8F-B22E-376C99910E2D}" srcOrd="1" destOrd="0" presId="urn:microsoft.com/office/officeart/2018/5/layout/IconCircleLabelList"/>
    <dgm:cxn modelId="{60CF54B4-1075-4E84-9234-FC5FAF99D6B0}" type="presParOf" srcId="{30C39412-E1A5-41E6-9950-ADFBEFAB9535}" destId="{FDCD9E23-97CB-4513-90BA-945D0C0CC25B}" srcOrd="2" destOrd="0" presId="urn:microsoft.com/office/officeart/2018/5/layout/IconCircleLabelList"/>
    <dgm:cxn modelId="{4576C57A-D421-4A36-A1D0-292B17FD43F7}" type="presParOf" srcId="{30C39412-E1A5-41E6-9950-ADFBEFAB9535}" destId="{E56E967A-C9AD-4E02-8DA0-98A14984F1EB}" srcOrd="3" destOrd="0" presId="urn:microsoft.com/office/officeart/2018/5/layout/IconCircleLabelList"/>
    <dgm:cxn modelId="{74ECEE9D-3BA1-4BDC-8EEF-C70A4E9CBEA5}" type="presParOf" srcId="{FDABC5E5-36DF-43CB-9FC4-8A8CCBB545EE}" destId="{E82EEEDE-C41B-4669-B017-358EADDE9305}" srcOrd="1" destOrd="0" presId="urn:microsoft.com/office/officeart/2018/5/layout/IconCircleLabelList"/>
    <dgm:cxn modelId="{68435260-0558-47B0-9EA0-D5A3E131E8FC}" type="presParOf" srcId="{FDABC5E5-36DF-43CB-9FC4-8A8CCBB545EE}" destId="{23FA73A3-2BDB-451C-B812-E6B9CD56D19C}" srcOrd="2" destOrd="0" presId="urn:microsoft.com/office/officeart/2018/5/layout/IconCircleLabelList"/>
    <dgm:cxn modelId="{C7D9994B-F3F2-4A9D-A233-7F7BF8603957}" type="presParOf" srcId="{23FA73A3-2BDB-451C-B812-E6B9CD56D19C}" destId="{D657F071-D293-4500-B1AD-12C9DFEBB100}" srcOrd="0" destOrd="0" presId="urn:microsoft.com/office/officeart/2018/5/layout/IconCircleLabelList"/>
    <dgm:cxn modelId="{16D2813E-7DA4-4775-B149-65798F586428}" type="presParOf" srcId="{23FA73A3-2BDB-451C-B812-E6B9CD56D19C}" destId="{34460792-10DF-42A6-A7E3-6351D86A1F3C}" srcOrd="1" destOrd="0" presId="urn:microsoft.com/office/officeart/2018/5/layout/IconCircleLabelList"/>
    <dgm:cxn modelId="{DC942DF5-924E-4274-867C-FCF03580C7B2}" type="presParOf" srcId="{23FA73A3-2BDB-451C-B812-E6B9CD56D19C}" destId="{20FDE87B-313D-4FCA-809F-326F9F24AB18}" srcOrd="2" destOrd="0" presId="urn:microsoft.com/office/officeart/2018/5/layout/IconCircleLabelList"/>
    <dgm:cxn modelId="{159E9E6E-A786-499D-AD36-5ACA8D21D74D}" type="presParOf" srcId="{23FA73A3-2BDB-451C-B812-E6B9CD56D19C}" destId="{251C1317-3919-49B4-ABAF-6295350FF3C9}" srcOrd="3" destOrd="0" presId="urn:microsoft.com/office/officeart/2018/5/layout/IconCircleLabelList"/>
    <dgm:cxn modelId="{FFA50BF9-D11B-46E4-ABD2-AB69A59A994B}" type="presParOf" srcId="{FDABC5E5-36DF-43CB-9FC4-8A8CCBB545EE}" destId="{D7409936-C9EB-4C66-99CF-5E6906991F16}" srcOrd="3" destOrd="0" presId="urn:microsoft.com/office/officeart/2018/5/layout/IconCircleLabelList"/>
    <dgm:cxn modelId="{B412458A-13ED-4524-BD69-857F345309AE}" type="presParOf" srcId="{FDABC5E5-36DF-43CB-9FC4-8A8CCBB545EE}" destId="{67E2CDB3-5B35-4143-8E30-F20921B5FADD}" srcOrd="4" destOrd="0" presId="urn:microsoft.com/office/officeart/2018/5/layout/IconCircleLabelList"/>
    <dgm:cxn modelId="{CD69E507-C426-42FB-8241-42A7AD4C2CD4}" type="presParOf" srcId="{67E2CDB3-5B35-4143-8E30-F20921B5FADD}" destId="{1B63297C-B86C-494E-B664-475C82883BD1}" srcOrd="0" destOrd="0" presId="urn:microsoft.com/office/officeart/2018/5/layout/IconCircleLabelList"/>
    <dgm:cxn modelId="{32275CE5-A830-447A-B49F-7896634F33BC}" type="presParOf" srcId="{67E2CDB3-5B35-4143-8E30-F20921B5FADD}" destId="{14BB9ECC-D7AC-421A-A40A-7FCEE55FB241}" srcOrd="1" destOrd="0" presId="urn:microsoft.com/office/officeart/2018/5/layout/IconCircleLabelList"/>
    <dgm:cxn modelId="{4315F3D5-1C3F-4F4F-955A-F4DAD8A14AC6}" type="presParOf" srcId="{67E2CDB3-5B35-4143-8E30-F20921B5FADD}" destId="{80DCA564-10FB-4CF6-8E00-4A0A1B11F08D}" srcOrd="2" destOrd="0" presId="urn:microsoft.com/office/officeart/2018/5/layout/IconCircleLabelList"/>
    <dgm:cxn modelId="{FF133B83-2A96-4A9D-B88B-AFA5F2DD02A0}" type="presParOf" srcId="{67E2CDB3-5B35-4143-8E30-F20921B5FADD}" destId="{F750D652-C269-4AFA-890F-7CBB0DE27B25}" srcOrd="3" destOrd="0" presId="urn:microsoft.com/office/officeart/2018/5/layout/IconCircleLabelList"/>
    <dgm:cxn modelId="{CC0E8CF8-4080-4F64-BBF7-59B6EDE65C14}" type="presParOf" srcId="{FDABC5E5-36DF-43CB-9FC4-8A8CCBB545EE}" destId="{7A5C85D6-EF55-479A-AFF1-E551D9658AC0}" srcOrd="5" destOrd="0" presId="urn:microsoft.com/office/officeart/2018/5/layout/IconCircleLabelList"/>
    <dgm:cxn modelId="{04C04325-840A-4946-AFCF-47B5A126F1D4}" type="presParOf" srcId="{FDABC5E5-36DF-43CB-9FC4-8A8CCBB545EE}" destId="{C1F4F2FF-BF0C-44DC-B5CA-B8431F8657C2}" srcOrd="6" destOrd="0" presId="urn:microsoft.com/office/officeart/2018/5/layout/IconCircleLabelList"/>
    <dgm:cxn modelId="{916A02F7-CC06-4915-B456-8174490A4202}" type="presParOf" srcId="{C1F4F2FF-BF0C-44DC-B5CA-B8431F8657C2}" destId="{57C781B9-0584-427C-8E90-07BD50387C70}" srcOrd="0" destOrd="0" presId="urn:microsoft.com/office/officeart/2018/5/layout/IconCircleLabelList"/>
    <dgm:cxn modelId="{211003EB-CBDD-4CFE-809B-BB1A9917773B}" type="presParOf" srcId="{C1F4F2FF-BF0C-44DC-B5CA-B8431F8657C2}" destId="{7801B7F1-0E93-45EF-AB1A-4859C7D4451E}" srcOrd="1" destOrd="0" presId="urn:microsoft.com/office/officeart/2018/5/layout/IconCircleLabelList"/>
    <dgm:cxn modelId="{4C161FE9-6DA7-4FBB-9103-1363A22B8F2F}" type="presParOf" srcId="{C1F4F2FF-BF0C-44DC-B5CA-B8431F8657C2}" destId="{0FF864C4-3FB1-4AA8-8BCE-B6A33106C4FE}" srcOrd="2" destOrd="0" presId="urn:microsoft.com/office/officeart/2018/5/layout/IconCircleLabelList"/>
    <dgm:cxn modelId="{4649FC0C-1A38-4A9B-AE2C-8F54E02ABF70}" type="presParOf" srcId="{C1F4F2FF-BF0C-44DC-B5CA-B8431F8657C2}" destId="{D22CE828-DFDD-42EF-A253-EB3D941FF21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43AB53AA-3DAE-4C76-A590-66989073A5D1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E933889-9D1C-4D18-B672-E6E57C478DCA}">
      <dgm:prSet/>
      <dgm:spPr/>
      <dgm:t>
        <a:bodyPr/>
        <a:lstStyle/>
        <a:p>
          <a:r>
            <a:rPr lang="en-US"/>
            <a:t>🌟 Prompt engineering = future skill</a:t>
          </a:r>
        </a:p>
      </dgm:t>
    </dgm:pt>
    <dgm:pt modelId="{C566C04E-7C9B-4A6E-971F-9CA75A525FEA}" type="parTrans" cxnId="{840256B0-8A49-4142-A8BA-AAFBD16931DB}">
      <dgm:prSet/>
      <dgm:spPr/>
      <dgm:t>
        <a:bodyPr/>
        <a:lstStyle/>
        <a:p>
          <a:endParaRPr lang="en-US"/>
        </a:p>
      </dgm:t>
    </dgm:pt>
    <dgm:pt modelId="{9BA0DA63-952F-4ADE-933C-E1F154E04F9A}" type="sibTrans" cxnId="{840256B0-8A49-4142-A8BA-AAFBD16931DB}">
      <dgm:prSet/>
      <dgm:spPr/>
      <dgm:t>
        <a:bodyPr/>
        <a:lstStyle/>
        <a:p>
          <a:endParaRPr lang="en-US"/>
        </a:p>
      </dgm:t>
    </dgm:pt>
    <dgm:pt modelId="{04C396B3-9BCD-468F-ACAA-9D21C195FD6E}">
      <dgm:prSet/>
      <dgm:spPr/>
      <dgm:t>
        <a:bodyPr/>
        <a:lstStyle/>
        <a:p>
          <a:r>
            <a:rPr lang="en-US"/>
            <a:t>👨‍💻 No coding required</a:t>
          </a:r>
        </a:p>
      </dgm:t>
    </dgm:pt>
    <dgm:pt modelId="{3C18074B-F845-4FE8-A76C-613C6765D8CF}" type="parTrans" cxnId="{88EA7444-EA87-47F6-B0A2-A85B509F2B56}">
      <dgm:prSet/>
      <dgm:spPr/>
      <dgm:t>
        <a:bodyPr/>
        <a:lstStyle/>
        <a:p>
          <a:endParaRPr lang="en-US"/>
        </a:p>
      </dgm:t>
    </dgm:pt>
    <dgm:pt modelId="{85D170E3-67DA-42B8-901A-1B951D59460A}" type="sibTrans" cxnId="{88EA7444-EA87-47F6-B0A2-A85B509F2B56}">
      <dgm:prSet/>
      <dgm:spPr/>
      <dgm:t>
        <a:bodyPr/>
        <a:lstStyle/>
        <a:p>
          <a:endParaRPr lang="en-US"/>
        </a:p>
      </dgm:t>
    </dgm:pt>
    <dgm:pt modelId="{FC3A65FC-CF3C-4D77-B23D-90EF21DC88FF}">
      <dgm:prSet/>
      <dgm:spPr/>
      <dgm:t>
        <a:bodyPr/>
        <a:lstStyle/>
        <a:p>
          <a:r>
            <a:rPr lang="en-US"/>
            <a:t>📈 Improves communication with AI</a:t>
          </a:r>
        </a:p>
      </dgm:t>
    </dgm:pt>
    <dgm:pt modelId="{CFE23F4A-0BDF-4048-AF0F-FB3E63976F67}" type="parTrans" cxnId="{CED355B8-74B2-41DF-A0E0-B546D4390CD5}">
      <dgm:prSet/>
      <dgm:spPr/>
      <dgm:t>
        <a:bodyPr/>
        <a:lstStyle/>
        <a:p>
          <a:endParaRPr lang="en-US"/>
        </a:p>
      </dgm:t>
    </dgm:pt>
    <dgm:pt modelId="{1239F0FD-3ACF-480F-A3CE-2EBBA52B424F}" type="sibTrans" cxnId="{CED355B8-74B2-41DF-A0E0-B546D4390CD5}">
      <dgm:prSet/>
      <dgm:spPr/>
      <dgm:t>
        <a:bodyPr/>
        <a:lstStyle/>
        <a:p>
          <a:endParaRPr lang="en-US"/>
        </a:p>
      </dgm:t>
    </dgm:pt>
    <dgm:pt modelId="{ED7BB91D-601E-4498-8FAA-A2231D31F612}">
      <dgm:prSet/>
      <dgm:spPr/>
      <dgm:t>
        <a:bodyPr/>
        <a:lstStyle/>
        <a:p>
          <a:r>
            <a:rPr lang="en-US"/>
            <a:t>➡️ Next: How LLMs work</a:t>
          </a:r>
        </a:p>
      </dgm:t>
    </dgm:pt>
    <dgm:pt modelId="{9F2AA8FD-D8B5-4D82-B244-C98C88FEA7E3}" type="parTrans" cxnId="{B1A740D7-85AB-466F-B953-54D5A21E0250}">
      <dgm:prSet/>
      <dgm:spPr/>
      <dgm:t>
        <a:bodyPr/>
        <a:lstStyle/>
        <a:p>
          <a:endParaRPr lang="en-US"/>
        </a:p>
      </dgm:t>
    </dgm:pt>
    <dgm:pt modelId="{13A29453-3443-434B-BAD4-8669B83D797A}" type="sibTrans" cxnId="{B1A740D7-85AB-466F-B953-54D5A21E0250}">
      <dgm:prSet/>
      <dgm:spPr/>
      <dgm:t>
        <a:bodyPr/>
        <a:lstStyle/>
        <a:p>
          <a:endParaRPr lang="en-US"/>
        </a:p>
      </dgm:t>
    </dgm:pt>
    <dgm:pt modelId="{03BD1CAB-4613-CF46-A5FE-1F41A0BE6767}" type="pres">
      <dgm:prSet presAssocID="{43AB53AA-3DAE-4C76-A590-66989073A5D1}" presName="Name0" presStyleCnt="0">
        <dgm:presLayoutVars>
          <dgm:dir/>
          <dgm:animLvl val="lvl"/>
          <dgm:resizeHandles val="exact"/>
        </dgm:presLayoutVars>
      </dgm:prSet>
      <dgm:spPr/>
    </dgm:pt>
    <dgm:pt modelId="{DD3BF577-7E6C-8748-A41A-4910B45C0FDB}" type="pres">
      <dgm:prSet presAssocID="{8E933889-9D1C-4D18-B672-E6E57C478DCA}" presName="linNode" presStyleCnt="0"/>
      <dgm:spPr/>
    </dgm:pt>
    <dgm:pt modelId="{CCD6FFA3-4C3A-9D44-824E-A55C01D4A92E}" type="pres">
      <dgm:prSet presAssocID="{8E933889-9D1C-4D18-B672-E6E57C478DCA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2DE7F1F8-021C-F040-95E4-0EAE5962B095}" type="pres">
      <dgm:prSet presAssocID="{9BA0DA63-952F-4ADE-933C-E1F154E04F9A}" presName="sp" presStyleCnt="0"/>
      <dgm:spPr/>
    </dgm:pt>
    <dgm:pt modelId="{136E7D7F-4043-974C-B921-73A2A55C5373}" type="pres">
      <dgm:prSet presAssocID="{04C396B3-9BCD-468F-ACAA-9D21C195FD6E}" presName="linNode" presStyleCnt="0"/>
      <dgm:spPr/>
    </dgm:pt>
    <dgm:pt modelId="{D14D9611-5BF8-814F-A54A-E18CEB48BC7C}" type="pres">
      <dgm:prSet presAssocID="{04C396B3-9BCD-468F-ACAA-9D21C195FD6E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356DC8DD-5D58-2941-B7C2-BB7A9C3ABE8A}" type="pres">
      <dgm:prSet presAssocID="{85D170E3-67DA-42B8-901A-1B951D59460A}" presName="sp" presStyleCnt="0"/>
      <dgm:spPr/>
    </dgm:pt>
    <dgm:pt modelId="{32902E8C-C2CC-6746-8356-39CE6BEC5843}" type="pres">
      <dgm:prSet presAssocID="{FC3A65FC-CF3C-4D77-B23D-90EF21DC88FF}" presName="linNode" presStyleCnt="0"/>
      <dgm:spPr/>
    </dgm:pt>
    <dgm:pt modelId="{3C8EFBE1-20FC-7541-85F4-D4F750A6CF19}" type="pres">
      <dgm:prSet presAssocID="{FC3A65FC-CF3C-4D77-B23D-90EF21DC88FF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9B30E451-0F51-6A4B-B7FA-B3F44FC7036A}" type="pres">
      <dgm:prSet presAssocID="{1239F0FD-3ACF-480F-A3CE-2EBBA52B424F}" presName="sp" presStyleCnt="0"/>
      <dgm:spPr/>
    </dgm:pt>
    <dgm:pt modelId="{F4D9B029-3846-8E4E-AD05-9954FDC7C2BC}" type="pres">
      <dgm:prSet presAssocID="{ED7BB91D-601E-4498-8FAA-A2231D31F612}" presName="linNode" presStyleCnt="0"/>
      <dgm:spPr/>
    </dgm:pt>
    <dgm:pt modelId="{EFF8CDF8-FC86-874F-B7A1-28DFF23F56D3}" type="pres">
      <dgm:prSet presAssocID="{ED7BB91D-601E-4498-8FAA-A2231D31F612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8044E905-BDF8-1F46-A7B5-469E4BFFF2C8}" type="presOf" srcId="{8E933889-9D1C-4D18-B672-E6E57C478DCA}" destId="{CCD6FFA3-4C3A-9D44-824E-A55C01D4A92E}" srcOrd="0" destOrd="0" presId="urn:microsoft.com/office/officeart/2005/8/layout/vList5"/>
    <dgm:cxn modelId="{A922A722-788D-DC4C-8D90-130A13D5BCFC}" type="presOf" srcId="{04C396B3-9BCD-468F-ACAA-9D21C195FD6E}" destId="{D14D9611-5BF8-814F-A54A-E18CEB48BC7C}" srcOrd="0" destOrd="0" presId="urn:microsoft.com/office/officeart/2005/8/layout/vList5"/>
    <dgm:cxn modelId="{88EA7444-EA87-47F6-B0A2-A85B509F2B56}" srcId="{43AB53AA-3DAE-4C76-A590-66989073A5D1}" destId="{04C396B3-9BCD-468F-ACAA-9D21C195FD6E}" srcOrd="1" destOrd="0" parTransId="{3C18074B-F845-4FE8-A76C-613C6765D8CF}" sibTransId="{85D170E3-67DA-42B8-901A-1B951D59460A}"/>
    <dgm:cxn modelId="{0CC69C85-09F3-AA44-B005-80FB9438B2AC}" type="presOf" srcId="{43AB53AA-3DAE-4C76-A590-66989073A5D1}" destId="{03BD1CAB-4613-CF46-A5FE-1F41A0BE6767}" srcOrd="0" destOrd="0" presId="urn:microsoft.com/office/officeart/2005/8/layout/vList5"/>
    <dgm:cxn modelId="{840256B0-8A49-4142-A8BA-AAFBD16931DB}" srcId="{43AB53AA-3DAE-4C76-A590-66989073A5D1}" destId="{8E933889-9D1C-4D18-B672-E6E57C478DCA}" srcOrd="0" destOrd="0" parTransId="{C566C04E-7C9B-4A6E-971F-9CA75A525FEA}" sibTransId="{9BA0DA63-952F-4ADE-933C-E1F154E04F9A}"/>
    <dgm:cxn modelId="{CED355B8-74B2-41DF-A0E0-B546D4390CD5}" srcId="{43AB53AA-3DAE-4C76-A590-66989073A5D1}" destId="{FC3A65FC-CF3C-4D77-B23D-90EF21DC88FF}" srcOrd="2" destOrd="0" parTransId="{CFE23F4A-0BDF-4048-AF0F-FB3E63976F67}" sibTransId="{1239F0FD-3ACF-480F-A3CE-2EBBA52B424F}"/>
    <dgm:cxn modelId="{E7D4BFC7-1891-334F-A0BE-C411A97832A5}" type="presOf" srcId="{FC3A65FC-CF3C-4D77-B23D-90EF21DC88FF}" destId="{3C8EFBE1-20FC-7541-85F4-D4F750A6CF19}" srcOrd="0" destOrd="0" presId="urn:microsoft.com/office/officeart/2005/8/layout/vList5"/>
    <dgm:cxn modelId="{B1A740D7-85AB-466F-B953-54D5A21E0250}" srcId="{43AB53AA-3DAE-4C76-A590-66989073A5D1}" destId="{ED7BB91D-601E-4498-8FAA-A2231D31F612}" srcOrd="3" destOrd="0" parTransId="{9F2AA8FD-D8B5-4D82-B244-C98C88FEA7E3}" sibTransId="{13A29453-3443-434B-BAD4-8669B83D797A}"/>
    <dgm:cxn modelId="{57EC75DE-22EB-5347-A9D1-FFFB5618E234}" type="presOf" srcId="{ED7BB91D-601E-4498-8FAA-A2231D31F612}" destId="{EFF8CDF8-FC86-874F-B7A1-28DFF23F56D3}" srcOrd="0" destOrd="0" presId="urn:microsoft.com/office/officeart/2005/8/layout/vList5"/>
    <dgm:cxn modelId="{0459DB9E-EA89-3044-BC88-960D0F1F4696}" type="presParOf" srcId="{03BD1CAB-4613-CF46-A5FE-1F41A0BE6767}" destId="{DD3BF577-7E6C-8748-A41A-4910B45C0FDB}" srcOrd="0" destOrd="0" presId="urn:microsoft.com/office/officeart/2005/8/layout/vList5"/>
    <dgm:cxn modelId="{48FE8CEA-3BC1-8C46-8ABE-D6D8AFDDF536}" type="presParOf" srcId="{DD3BF577-7E6C-8748-A41A-4910B45C0FDB}" destId="{CCD6FFA3-4C3A-9D44-824E-A55C01D4A92E}" srcOrd="0" destOrd="0" presId="urn:microsoft.com/office/officeart/2005/8/layout/vList5"/>
    <dgm:cxn modelId="{4C69F300-F77B-1142-8755-70D0FB8C377C}" type="presParOf" srcId="{03BD1CAB-4613-CF46-A5FE-1F41A0BE6767}" destId="{2DE7F1F8-021C-F040-95E4-0EAE5962B095}" srcOrd="1" destOrd="0" presId="urn:microsoft.com/office/officeart/2005/8/layout/vList5"/>
    <dgm:cxn modelId="{1F25781B-3DC6-AA48-B27B-32EF202DCC01}" type="presParOf" srcId="{03BD1CAB-4613-CF46-A5FE-1F41A0BE6767}" destId="{136E7D7F-4043-974C-B921-73A2A55C5373}" srcOrd="2" destOrd="0" presId="urn:microsoft.com/office/officeart/2005/8/layout/vList5"/>
    <dgm:cxn modelId="{B3BBE2A7-ADFE-0541-AD9D-562D11054F21}" type="presParOf" srcId="{136E7D7F-4043-974C-B921-73A2A55C5373}" destId="{D14D9611-5BF8-814F-A54A-E18CEB48BC7C}" srcOrd="0" destOrd="0" presId="urn:microsoft.com/office/officeart/2005/8/layout/vList5"/>
    <dgm:cxn modelId="{E0A27503-B723-DE4B-B348-35340A045038}" type="presParOf" srcId="{03BD1CAB-4613-CF46-A5FE-1F41A0BE6767}" destId="{356DC8DD-5D58-2941-B7C2-BB7A9C3ABE8A}" srcOrd="3" destOrd="0" presId="urn:microsoft.com/office/officeart/2005/8/layout/vList5"/>
    <dgm:cxn modelId="{958C8FC2-202C-3B41-BE92-D3ED76D7AEB5}" type="presParOf" srcId="{03BD1CAB-4613-CF46-A5FE-1F41A0BE6767}" destId="{32902E8C-C2CC-6746-8356-39CE6BEC5843}" srcOrd="4" destOrd="0" presId="urn:microsoft.com/office/officeart/2005/8/layout/vList5"/>
    <dgm:cxn modelId="{DB10A988-67E3-9C4B-95C6-700BF1ED0207}" type="presParOf" srcId="{32902E8C-C2CC-6746-8356-39CE6BEC5843}" destId="{3C8EFBE1-20FC-7541-85F4-D4F750A6CF19}" srcOrd="0" destOrd="0" presId="urn:microsoft.com/office/officeart/2005/8/layout/vList5"/>
    <dgm:cxn modelId="{D3DAF84A-5678-2545-A2A1-FA8AF5FBFBE6}" type="presParOf" srcId="{03BD1CAB-4613-CF46-A5FE-1F41A0BE6767}" destId="{9B30E451-0F51-6A4B-B7FA-B3F44FC7036A}" srcOrd="5" destOrd="0" presId="urn:microsoft.com/office/officeart/2005/8/layout/vList5"/>
    <dgm:cxn modelId="{DFFDD7E8-4B2F-5143-A7BA-F717B5830A5A}" type="presParOf" srcId="{03BD1CAB-4613-CF46-A5FE-1F41A0BE6767}" destId="{F4D9B029-3846-8E4E-AD05-9954FDC7C2BC}" srcOrd="6" destOrd="0" presId="urn:microsoft.com/office/officeart/2005/8/layout/vList5"/>
    <dgm:cxn modelId="{76A5AF5A-D3AE-3E45-A520-56B3B78270DA}" type="presParOf" srcId="{F4D9B029-3846-8E4E-AD05-9954FDC7C2BC}" destId="{EFF8CDF8-FC86-874F-B7A1-28DFF23F56D3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7BC4EC4E-46C8-45A6-9F54-A23D435B281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F60122A-F980-4AAE-9E17-136F700E162F}">
      <dgm:prSet/>
      <dgm:spPr/>
      <dgm:t>
        <a:bodyPr/>
        <a:lstStyle/>
        <a:p>
          <a:r>
            <a:rPr lang="en-US"/>
            <a:t>➡️ Week 2: How Large Language Models Work (Non-technical Overview)</a:t>
          </a:r>
        </a:p>
      </dgm:t>
    </dgm:pt>
    <dgm:pt modelId="{6D084646-F93C-4A12-A32A-C68614BCF997}" type="parTrans" cxnId="{DA508FC6-8932-4776-AC10-1C11B466FF13}">
      <dgm:prSet/>
      <dgm:spPr/>
      <dgm:t>
        <a:bodyPr/>
        <a:lstStyle/>
        <a:p>
          <a:endParaRPr lang="en-US"/>
        </a:p>
      </dgm:t>
    </dgm:pt>
    <dgm:pt modelId="{6F6C58A9-0164-4FDE-A13D-C3813225387F}" type="sibTrans" cxnId="{DA508FC6-8932-4776-AC10-1C11B466FF13}">
      <dgm:prSet/>
      <dgm:spPr/>
      <dgm:t>
        <a:bodyPr/>
        <a:lstStyle/>
        <a:p>
          <a:endParaRPr lang="en-US"/>
        </a:p>
      </dgm:t>
    </dgm:pt>
    <dgm:pt modelId="{B4F1737D-F9C6-4E72-8BA0-5E1420CFC90A}">
      <dgm:prSet/>
      <dgm:spPr/>
      <dgm:t>
        <a:bodyPr/>
        <a:lstStyle/>
        <a:p>
          <a:r>
            <a:rPr lang="en-US"/>
            <a:t>📌 Topics: Tokens, embeddings, training, context windows</a:t>
          </a:r>
        </a:p>
      </dgm:t>
    </dgm:pt>
    <dgm:pt modelId="{264C67E6-1068-4EDC-81C3-DF897FAE9730}" type="parTrans" cxnId="{A790BFB7-0DE0-49A3-9B88-73BDFE5D78FC}">
      <dgm:prSet/>
      <dgm:spPr/>
      <dgm:t>
        <a:bodyPr/>
        <a:lstStyle/>
        <a:p>
          <a:endParaRPr lang="en-US"/>
        </a:p>
      </dgm:t>
    </dgm:pt>
    <dgm:pt modelId="{A1E0CE57-6CB4-43DA-8130-3D9ED1271E70}" type="sibTrans" cxnId="{A790BFB7-0DE0-49A3-9B88-73BDFE5D78FC}">
      <dgm:prSet/>
      <dgm:spPr/>
      <dgm:t>
        <a:bodyPr/>
        <a:lstStyle/>
        <a:p>
          <a:endParaRPr lang="en-US"/>
        </a:p>
      </dgm:t>
    </dgm:pt>
    <dgm:pt modelId="{961C7D90-2697-487C-9CAB-9682E49C3481}" type="pres">
      <dgm:prSet presAssocID="{7BC4EC4E-46C8-45A6-9F54-A23D435B281E}" presName="root" presStyleCnt="0">
        <dgm:presLayoutVars>
          <dgm:dir/>
          <dgm:resizeHandles val="exact"/>
        </dgm:presLayoutVars>
      </dgm:prSet>
      <dgm:spPr/>
    </dgm:pt>
    <dgm:pt modelId="{0E6BD5FE-DBE2-4EC5-9097-039CE2143730}" type="pres">
      <dgm:prSet presAssocID="{0F60122A-F980-4AAE-9E17-136F700E162F}" presName="compNode" presStyleCnt="0"/>
      <dgm:spPr/>
    </dgm:pt>
    <dgm:pt modelId="{5FC2001E-EA70-4C4D-8DE4-799385FCF0F5}" type="pres">
      <dgm:prSet presAssocID="{0F60122A-F980-4AAE-9E17-136F700E162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01003EF3-06D1-47A5-937B-02FED55603DF}" type="pres">
      <dgm:prSet presAssocID="{0F60122A-F980-4AAE-9E17-136F700E162F}" presName="spaceRect" presStyleCnt="0"/>
      <dgm:spPr/>
    </dgm:pt>
    <dgm:pt modelId="{5C331660-1311-4920-96D7-416ECAD6011B}" type="pres">
      <dgm:prSet presAssocID="{0F60122A-F980-4AAE-9E17-136F700E162F}" presName="textRect" presStyleLbl="revTx" presStyleIdx="0" presStyleCnt="2">
        <dgm:presLayoutVars>
          <dgm:chMax val="1"/>
          <dgm:chPref val="1"/>
        </dgm:presLayoutVars>
      </dgm:prSet>
      <dgm:spPr/>
    </dgm:pt>
    <dgm:pt modelId="{43933AD6-84C5-41B3-A7C9-2F3A0D613A70}" type="pres">
      <dgm:prSet presAssocID="{6F6C58A9-0164-4FDE-A13D-C3813225387F}" presName="sibTrans" presStyleCnt="0"/>
      <dgm:spPr/>
    </dgm:pt>
    <dgm:pt modelId="{FEF28628-0926-48B3-8EEC-B5F4B2FC7F8F}" type="pres">
      <dgm:prSet presAssocID="{B4F1737D-F9C6-4E72-8BA0-5E1420CFC90A}" presName="compNode" presStyleCnt="0"/>
      <dgm:spPr/>
    </dgm:pt>
    <dgm:pt modelId="{C65FB824-1A9E-42EF-8EC1-2E3997724F3D}" type="pres">
      <dgm:prSet presAssocID="{B4F1737D-F9C6-4E72-8BA0-5E1420CFC90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FB475742-0C8F-4E5A-BDCB-78258F867051}" type="pres">
      <dgm:prSet presAssocID="{B4F1737D-F9C6-4E72-8BA0-5E1420CFC90A}" presName="spaceRect" presStyleCnt="0"/>
      <dgm:spPr/>
    </dgm:pt>
    <dgm:pt modelId="{C43BFC24-CDCF-4324-86E4-39B5CDDFFCEF}" type="pres">
      <dgm:prSet presAssocID="{B4F1737D-F9C6-4E72-8BA0-5E1420CFC90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790BFB7-0DE0-49A3-9B88-73BDFE5D78FC}" srcId="{7BC4EC4E-46C8-45A6-9F54-A23D435B281E}" destId="{B4F1737D-F9C6-4E72-8BA0-5E1420CFC90A}" srcOrd="1" destOrd="0" parTransId="{264C67E6-1068-4EDC-81C3-DF897FAE9730}" sibTransId="{A1E0CE57-6CB4-43DA-8130-3D9ED1271E70}"/>
    <dgm:cxn modelId="{3BC3F4C3-661C-420C-96CD-BC9FF2A57BB1}" type="presOf" srcId="{0F60122A-F980-4AAE-9E17-136F700E162F}" destId="{5C331660-1311-4920-96D7-416ECAD6011B}" srcOrd="0" destOrd="0" presId="urn:microsoft.com/office/officeart/2018/2/layout/IconLabelList"/>
    <dgm:cxn modelId="{DA508FC6-8932-4776-AC10-1C11B466FF13}" srcId="{7BC4EC4E-46C8-45A6-9F54-A23D435B281E}" destId="{0F60122A-F980-4AAE-9E17-136F700E162F}" srcOrd="0" destOrd="0" parTransId="{6D084646-F93C-4A12-A32A-C68614BCF997}" sibTransId="{6F6C58A9-0164-4FDE-A13D-C3813225387F}"/>
    <dgm:cxn modelId="{71812CD1-AB0B-4A13-ABBC-168CAD43B980}" type="presOf" srcId="{B4F1737D-F9C6-4E72-8BA0-5E1420CFC90A}" destId="{C43BFC24-CDCF-4324-86E4-39B5CDDFFCEF}" srcOrd="0" destOrd="0" presId="urn:microsoft.com/office/officeart/2018/2/layout/IconLabelList"/>
    <dgm:cxn modelId="{361C33D3-81FA-4F63-87E5-92B1E7300E82}" type="presOf" srcId="{7BC4EC4E-46C8-45A6-9F54-A23D435B281E}" destId="{961C7D90-2697-487C-9CAB-9682E49C3481}" srcOrd="0" destOrd="0" presId="urn:microsoft.com/office/officeart/2018/2/layout/IconLabelList"/>
    <dgm:cxn modelId="{048EFED9-C009-49AE-AF66-B9B9E2CFA9DB}" type="presParOf" srcId="{961C7D90-2697-487C-9CAB-9682E49C3481}" destId="{0E6BD5FE-DBE2-4EC5-9097-039CE2143730}" srcOrd="0" destOrd="0" presId="urn:microsoft.com/office/officeart/2018/2/layout/IconLabelList"/>
    <dgm:cxn modelId="{1C4E713A-71CA-412A-A91D-C79FC8CF20F4}" type="presParOf" srcId="{0E6BD5FE-DBE2-4EC5-9097-039CE2143730}" destId="{5FC2001E-EA70-4C4D-8DE4-799385FCF0F5}" srcOrd="0" destOrd="0" presId="urn:microsoft.com/office/officeart/2018/2/layout/IconLabelList"/>
    <dgm:cxn modelId="{03E959FC-5CB7-4849-9C85-988B73F392EE}" type="presParOf" srcId="{0E6BD5FE-DBE2-4EC5-9097-039CE2143730}" destId="{01003EF3-06D1-47A5-937B-02FED55603DF}" srcOrd="1" destOrd="0" presId="urn:microsoft.com/office/officeart/2018/2/layout/IconLabelList"/>
    <dgm:cxn modelId="{3D91C682-52DD-448B-AB77-B394797AA466}" type="presParOf" srcId="{0E6BD5FE-DBE2-4EC5-9097-039CE2143730}" destId="{5C331660-1311-4920-96D7-416ECAD6011B}" srcOrd="2" destOrd="0" presId="urn:microsoft.com/office/officeart/2018/2/layout/IconLabelList"/>
    <dgm:cxn modelId="{C86B5F5F-809B-4DFA-B0EF-4B7F3B49131D}" type="presParOf" srcId="{961C7D90-2697-487C-9CAB-9682E49C3481}" destId="{43933AD6-84C5-41B3-A7C9-2F3A0D613A70}" srcOrd="1" destOrd="0" presId="urn:microsoft.com/office/officeart/2018/2/layout/IconLabelList"/>
    <dgm:cxn modelId="{C4151169-7D9F-46B6-93B0-3D06075416F9}" type="presParOf" srcId="{961C7D90-2697-487C-9CAB-9682E49C3481}" destId="{FEF28628-0926-48B3-8EEC-B5F4B2FC7F8F}" srcOrd="2" destOrd="0" presId="urn:microsoft.com/office/officeart/2018/2/layout/IconLabelList"/>
    <dgm:cxn modelId="{242CDADE-A325-4E23-949C-0AABFCA3CF99}" type="presParOf" srcId="{FEF28628-0926-48B3-8EEC-B5F4B2FC7F8F}" destId="{C65FB824-1A9E-42EF-8EC1-2E3997724F3D}" srcOrd="0" destOrd="0" presId="urn:microsoft.com/office/officeart/2018/2/layout/IconLabelList"/>
    <dgm:cxn modelId="{4F5EF428-D6B8-4CE8-A635-AAD5CC2DDAC5}" type="presParOf" srcId="{FEF28628-0926-48B3-8EEC-B5F4B2FC7F8F}" destId="{FB475742-0C8F-4E5A-BDCB-78258F867051}" srcOrd="1" destOrd="0" presId="urn:microsoft.com/office/officeart/2018/2/layout/IconLabelList"/>
    <dgm:cxn modelId="{19F2BA21-F5F4-47B0-9B32-647C5F628DFE}" type="presParOf" srcId="{FEF28628-0926-48B3-8EEC-B5F4B2FC7F8F}" destId="{C43BFC24-CDCF-4324-86E4-39B5CDDFFCE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595BFE-AD0A-0B4E-87E9-339FA49CF108}">
      <dsp:nvSpPr>
        <dsp:cNvPr id="0" name=""/>
        <dsp:cNvSpPr/>
      </dsp:nvSpPr>
      <dsp:spPr>
        <a:xfrm>
          <a:off x="2261293" y="444135"/>
          <a:ext cx="3448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839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24326" y="487978"/>
        <a:ext cx="18771" cy="3754"/>
      </dsp:txXfrm>
    </dsp:sp>
    <dsp:sp modelId="{ABEBC579-C939-4A4F-8C22-15391A6FB8D9}">
      <dsp:nvSpPr>
        <dsp:cNvPr id="0" name=""/>
        <dsp:cNvSpPr/>
      </dsp:nvSpPr>
      <dsp:spPr>
        <a:xfrm>
          <a:off x="630747" y="151"/>
          <a:ext cx="1632346" cy="97940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86" tIns="83960" rIns="79986" bIns="839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 </a:t>
          </a:r>
          <a:r>
            <a:rPr lang="en-US" sz="1400" b="1" kern="1200" dirty="0"/>
            <a:t>Week 1:</a:t>
          </a:r>
          <a:r>
            <a:rPr lang="en-US" sz="1400" kern="1200" dirty="0"/>
            <a:t> Introduction to Prompt Engineering</a:t>
          </a:r>
        </a:p>
      </dsp:txBody>
      <dsp:txXfrm>
        <a:off x="630747" y="151"/>
        <a:ext cx="1632346" cy="979407"/>
      </dsp:txXfrm>
    </dsp:sp>
    <dsp:sp modelId="{F88348BC-751C-0D48-A122-718BB75AA9FA}">
      <dsp:nvSpPr>
        <dsp:cNvPr id="0" name=""/>
        <dsp:cNvSpPr/>
      </dsp:nvSpPr>
      <dsp:spPr>
        <a:xfrm>
          <a:off x="4269078" y="444135"/>
          <a:ext cx="3448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839" y="45720"/>
              </a:lnTo>
            </a:path>
          </a:pathLst>
        </a:custGeom>
        <a:noFill/>
        <a:ln w="9525" cap="flat" cmpd="sng" algn="ctr">
          <a:solidFill>
            <a:schemeClr val="accent2">
              <a:hueOff val="390127"/>
              <a:satOff val="-487"/>
              <a:lumOff val="11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32112" y="487978"/>
        <a:ext cx="18771" cy="3754"/>
      </dsp:txXfrm>
    </dsp:sp>
    <dsp:sp modelId="{2E776A8E-AF7E-A44F-8317-01B4F660D598}">
      <dsp:nvSpPr>
        <dsp:cNvPr id="0" name=""/>
        <dsp:cNvSpPr/>
      </dsp:nvSpPr>
      <dsp:spPr>
        <a:xfrm>
          <a:off x="2638532" y="151"/>
          <a:ext cx="1632346" cy="979407"/>
        </a:xfrm>
        <a:prstGeom prst="rect">
          <a:avLst/>
        </a:prstGeom>
        <a:solidFill>
          <a:schemeClr val="accent2">
            <a:hueOff val="360117"/>
            <a:satOff val="-449"/>
            <a:lumOff val="10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86" tIns="83960" rIns="79986" bIns="839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Week 2:</a:t>
          </a:r>
          <a:r>
            <a:rPr lang="en-US" sz="1400" kern="1200"/>
            <a:t> How LLMs Work (Non-Technical Overview)</a:t>
          </a:r>
        </a:p>
      </dsp:txBody>
      <dsp:txXfrm>
        <a:off x="2638532" y="151"/>
        <a:ext cx="1632346" cy="979407"/>
      </dsp:txXfrm>
    </dsp:sp>
    <dsp:sp modelId="{1011A26F-FFE9-6F48-9A0A-03DDD12DFB55}">
      <dsp:nvSpPr>
        <dsp:cNvPr id="0" name=""/>
        <dsp:cNvSpPr/>
      </dsp:nvSpPr>
      <dsp:spPr>
        <a:xfrm>
          <a:off x="6276864" y="444135"/>
          <a:ext cx="3448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839" y="45720"/>
              </a:lnTo>
            </a:path>
          </a:pathLst>
        </a:custGeom>
        <a:noFill/>
        <a:ln w="9525" cap="flat" cmpd="sng" algn="ctr">
          <a:solidFill>
            <a:schemeClr val="accent2">
              <a:hueOff val="780253"/>
              <a:satOff val="-973"/>
              <a:lumOff val="22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39898" y="487978"/>
        <a:ext cx="18771" cy="3754"/>
      </dsp:txXfrm>
    </dsp:sp>
    <dsp:sp modelId="{B13DB379-A4DA-BC48-9593-45EBD2208FDC}">
      <dsp:nvSpPr>
        <dsp:cNvPr id="0" name=""/>
        <dsp:cNvSpPr/>
      </dsp:nvSpPr>
      <dsp:spPr>
        <a:xfrm>
          <a:off x="4646318" y="151"/>
          <a:ext cx="1632346" cy="979407"/>
        </a:xfrm>
        <a:prstGeom prst="rect">
          <a:avLst/>
        </a:prstGeom>
        <a:solidFill>
          <a:schemeClr val="accent2">
            <a:hueOff val="720234"/>
            <a:satOff val="-898"/>
            <a:lumOff val="21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86" tIns="83960" rIns="79986" bIns="839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Week 3:</a:t>
          </a:r>
          <a:r>
            <a:rPr lang="en-US" sz="1400" kern="1200"/>
            <a:t> Principles of Good Prompt Design</a:t>
          </a:r>
        </a:p>
      </dsp:txBody>
      <dsp:txXfrm>
        <a:off x="4646318" y="151"/>
        <a:ext cx="1632346" cy="979407"/>
      </dsp:txXfrm>
    </dsp:sp>
    <dsp:sp modelId="{77DAB488-6BD5-E642-9E12-18B6B2BFECA8}">
      <dsp:nvSpPr>
        <dsp:cNvPr id="0" name=""/>
        <dsp:cNvSpPr/>
      </dsp:nvSpPr>
      <dsp:spPr>
        <a:xfrm>
          <a:off x="8284650" y="444135"/>
          <a:ext cx="3448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839" y="45720"/>
              </a:lnTo>
            </a:path>
          </a:pathLst>
        </a:custGeom>
        <a:noFill/>
        <a:ln w="9525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447684" y="487978"/>
        <a:ext cx="18771" cy="3754"/>
      </dsp:txXfrm>
    </dsp:sp>
    <dsp:sp modelId="{F6B82FE9-2686-7C49-9989-3425F16B0556}">
      <dsp:nvSpPr>
        <dsp:cNvPr id="0" name=""/>
        <dsp:cNvSpPr/>
      </dsp:nvSpPr>
      <dsp:spPr>
        <a:xfrm>
          <a:off x="6654104" y="151"/>
          <a:ext cx="1632346" cy="979407"/>
        </a:xfrm>
        <a:prstGeom prst="rect">
          <a:avLst/>
        </a:prstGeom>
        <a:solidFill>
          <a:schemeClr val="accent2">
            <a:hueOff val="1080351"/>
            <a:satOff val="-1347"/>
            <a:lumOff val="31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86" tIns="83960" rIns="79986" bIns="839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Week 4:</a:t>
          </a:r>
          <a:r>
            <a:rPr lang="en-US" sz="1400" kern="1200"/>
            <a:t> Prompt Patterns &amp; Frameworks</a:t>
          </a:r>
        </a:p>
      </dsp:txBody>
      <dsp:txXfrm>
        <a:off x="6654104" y="151"/>
        <a:ext cx="1632346" cy="979407"/>
      </dsp:txXfrm>
    </dsp:sp>
    <dsp:sp modelId="{8D68DD02-E8EB-3E4E-BC9D-4E9E19C81EC4}">
      <dsp:nvSpPr>
        <dsp:cNvPr id="0" name=""/>
        <dsp:cNvSpPr/>
      </dsp:nvSpPr>
      <dsp:spPr>
        <a:xfrm>
          <a:off x="1446920" y="977759"/>
          <a:ext cx="8031142" cy="344839"/>
        </a:xfrm>
        <a:custGeom>
          <a:avLst/>
          <a:gdLst/>
          <a:ahLst/>
          <a:cxnLst/>
          <a:rect l="0" t="0" r="0" b="0"/>
          <a:pathLst>
            <a:path>
              <a:moveTo>
                <a:pt x="8031142" y="0"/>
              </a:moveTo>
              <a:lnTo>
                <a:pt x="8031142" y="189519"/>
              </a:lnTo>
              <a:lnTo>
                <a:pt x="0" y="189519"/>
              </a:lnTo>
              <a:lnTo>
                <a:pt x="0" y="344839"/>
              </a:lnTo>
            </a:path>
          </a:pathLst>
        </a:custGeom>
        <a:noFill/>
        <a:ln w="9525" cap="flat" cmpd="sng" algn="ctr">
          <a:solidFill>
            <a:schemeClr val="accent2">
              <a:hueOff val="1560507"/>
              <a:satOff val="-1946"/>
              <a:lumOff val="45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61493" y="1148301"/>
        <a:ext cx="401995" cy="3754"/>
      </dsp:txXfrm>
    </dsp:sp>
    <dsp:sp modelId="{344C88B0-3F91-EB49-BEAE-4FFD27C93474}">
      <dsp:nvSpPr>
        <dsp:cNvPr id="0" name=""/>
        <dsp:cNvSpPr/>
      </dsp:nvSpPr>
      <dsp:spPr>
        <a:xfrm>
          <a:off x="8661889" y="151"/>
          <a:ext cx="1632346" cy="979407"/>
        </a:xfrm>
        <a:prstGeom prst="rect">
          <a:avLst/>
        </a:prstGeom>
        <a:solidFill>
          <a:schemeClr val="accent2">
            <a:hueOff val="1440468"/>
            <a:satOff val="-1797"/>
            <a:lumOff val="42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86" tIns="83960" rIns="79986" bIns="839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Week 5:</a:t>
          </a:r>
          <a:r>
            <a:rPr lang="en-US" sz="1400" kern="1200"/>
            <a:t> Controlling Style, Tone, and Format</a:t>
          </a:r>
        </a:p>
      </dsp:txBody>
      <dsp:txXfrm>
        <a:off x="8661889" y="151"/>
        <a:ext cx="1632346" cy="979407"/>
      </dsp:txXfrm>
    </dsp:sp>
    <dsp:sp modelId="{EBB9BB0E-0C0C-8F4D-9B1E-DBB355D49FD6}">
      <dsp:nvSpPr>
        <dsp:cNvPr id="0" name=""/>
        <dsp:cNvSpPr/>
      </dsp:nvSpPr>
      <dsp:spPr>
        <a:xfrm>
          <a:off x="2261293" y="1798982"/>
          <a:ext cx="3448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839" y="45720"/>
              </a:lnTo>
            </a:path>
          </a:pathLst>
        </a:custGeom>
        <a:noFill/>
        <a:ln w="9525" cap="flat" cmpd="sng" algn="ctr">
          <a:solidFill>
            <a:schemeClr val="accent2">
              <a:hueOff val="1950633"/>
              <a:satOff val="-2433"/>
              <a:lumOff val="57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24326" y="1842825"/>
        <a:ext cx="18771" cy="3754"/>
      </dsp:txXfrm>
    </dsp:sp>
    <dsp:sp modelId="{BF46004F-141A-864A-AFAB-F192DD58C37D}">
      <dsp:nvSpPr>
        <dsp:cNvPr id="0" name=""/>
        <dsp:cNvSpPr/>
      </dsp:nvSpPr>
      <dsp:spPr>
        <a:xfrm>
          <a:off x="630747" y="1354998"/>
          <a:ext cx="1632346" cy="979407"/>
        </a:xfrm>
        <a:prstGeom prst="rect">
          <a:avLst/>
        </a:prstGeom>
        <a:solidFill>
          <a:schemeClr val="accent2">
            <a:hueOff val="1800585"/>
            <a:satOff val="-2246"/>
            <a:lumOff val="5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86" tIns="83960" rIns="79986" bIns="839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Week 6:</a:t>
          </a:r>
          <a:r>
            <a:rPr lang="en-US" sz="1400" kern="1200"/>
            <a:t> Iterative Prompt Refinement</a:t>
          </a:r>
        </a:p>
      </dsp:txBody>
      <dsp:txXfrm>
        <a:off x="630747" y="1354998"/>
        <a:ext cx="1632346" cy="979407"/>
      </dsp:txXfrm>
    </dsp:sp>
    <dsp:sp modelId="{11143A1C-F863-8348-B1C4-1CCA94BDE963}">
      <dsp:nvSpPr>
        <dsp:cNvPr id="0" name=""/>
        <dsp:cNvSpPr/>
      </dsp:nvSpPr>
      <dsp:spPr>
        <a:xfrm>
          <a:off x="4269078" y="1798982"/>
          <a:ext cx="3448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839" y="45720"/>
              </a:lnTo>
            </a:path>
          </a:pathLst>
        </a:custGeom>
        <a:noFill/>
        <a:ln w="9525" cap="flat" cmpd="sng" algn="ctr">
          <a:solidFill>
            <a:schemeClr val="accent2">
              <a:hueOff val="2340760"/>
              <a:satOff val="-2919"/>
              <a:lumOff val="68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32112" y="1842825"/>
        <a:ext cx="18771" cy="3754"/>
      </dsp:txXfrm>
    </dsp:sp>
    <dsp:sp modelId="{1D9FF4FE-5030-D940-BD8E-7D40AD9C3223}">
      <dsp:nvSpPr>
        <dsp:cNvPr id="0" name=""/>
        <dsp:cNvSpPr/>
      </dsp:nvSpPr>
      <dsp:spPr>
        <a:xfrm>
          <a:off x="2638532" y="1354998"/>
          <a:ext cx="1632346" cy="979407"/>
        </a:xfrm>
        <a:prstGeom prst="rect">
          <a:avLst/>
        </a:prstGeom>
        <a:solidFill>
          <a:schemeClr val="accent2">
            <a:hueOff val="2160702"/>
            <a:satOff val="-2695"/>
            <a:lumOff val="63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86" tIns="83960" rIns="79986" bIns="839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Week 7:</a:t>
          </a:r>
          <a:r>
            <a:rPr lang="en-US" sz="1400" kern="1200"/>
            <a:t> Mid-Semester Review</a:t>
          </a:r>
        </a:p>
      </dsp:txBody>
      <dsp:txXfrm>
        <a:off x="2638532" y="1354998"/>
        <a:ext cx="1632346" cy="979407"/>
      </dsp:txXfrm>
    </dsp:sp>
    <dsp:sp modelId="{AB15DEBC-33B8-CD47-9836-B1B403914441}">
      <dsp:nvSpPr>
        <dsp:cNvPr id="0" name=""/>
        <dsp:cNvSpPr/>
      </dsp:nvSpPr>
      <dsp:spPr>
        <a:xfrm>
          <a:off x="6276864" y="1798982"/>
          <a:ext cx="3448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839" y="45720"/>
              </a:lnTo>
            </a:path>
          </a:pathLst>
        </a:custGeom>
        <a:noFill/>
        <a:ln w="9525" cap="flat" cmpd="sng" algn="ctr">
          <a:solidFill>
            <a:schemeClr val="accent2">
              <a:hueOff val="2730886"/>
              <a:satOff val="-3406"/>
              <a:lumOff val="80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39898" y="1842825"/>
        <a:ext cx="18771" cy="3754"/>
      </dsp:txXfrm>
    </dsp:sp>
    <dsp:sp modelId="{ED3898E5-831F-3446-9C1A-C7FE5199E228}">
      <dsp:nvSpPr>
        <dsp:cNvPr id="0" name=""/>
        <dsp:cNvSpPr/>
      </dsp:nvSpPr>
      <dsp:spPr>
        <a:xfrm>
          <a:off x="4646318" y="1354998"/>
          <a:ext cx="1632346" cy="979407"/>
        </a:xfrm>
        <a:prstGeom prst="rect">
          <a:avLst/>
        </a:prstGeom>
        <a:solidFill>
          <a:schemeClr val="accent2">
            <a:hueOff val="2520818"/>
            <a:satOff val="-3144"/>
            <a:lumOff val="73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86" tIns="83960" rIns="79986" bIns="839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Week 8:</a:t>
          </a:r>
          <a:r>
            <a:rPr lang="en-US" sz="1400" kern="1200"/>
            <a:t> Evaluating AI Outputs</a:t>
          </a:r>
        </a:p>
      </dsp:txBody>
      <dsp:txXfrm>
        <a:off x="4646318" y="1354998"/>
        <a:ext cx="1632346" cy="979407"/>
      </dsp:txXfrm>
    </dsp:sp>
    <dsp:sp modelId="{52C18CDC-895B-D046-8DAD-7A5071F30C31}">
      <dsp:nvSpPr>
        <dsp:cNvPr id="0" name=""/>
        <dsp:cNvSpPr/>
      </dsp:nvSpPr>
      <dsp:spPr>
        <a:xfrm>
          <a:off x="8284650" y="1798982"/>
          <a:ext cx="3448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839" y="45720"/>
              </a:lnTo>
            </a:path>
          </a:pathLst>
        </a:custGeom>
        <a:noFill/>
        <a:ln w="9525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447684" y="1842825"/>
        <a:ext cx="18771" cy="3754"/>
      </dsp:txXfrm>
    </dsp:sp>
    <dsp:sp modelId="{66E4DA73-BE43-5C4C-8F32-A76CDA5D684C}">
      <dsp:nvSpPr>
        <dsp:cNvPr id="0" name=""/>
        <dsp:cNvSpPr/>
      </dsp:nvSpPr>
      <dsp:spPr>
        <a:xfrm>
          <a:off x="6654104" y="1354998"/>
          <a:ext cx="1632346" cy="979407"/>
        </a:xfrm>
        <a:prstGeom prst="rect">
          <a:avLst/>
        </a:prstGeom>
        <a:solidFill>
          <a:schemeClr val="accent2">
            <a:hueOff val="2880935"/>
            <a:satOff val="-3593"/>
            <a:lumOff val="8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86" tIns="83960" rIns="79986" bIns="839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Week 9:</a:t>
          </a:r>
          <a:r>
            <a:rPr lang="en-US" sz="1400" kern="1200"/>
            <a:t> Multimodal Prompting</a:t>
          </a:r>
        </a:p>
      </dsp:txBody>
      <dsp:txXfrm>
        <a:off x="6654104" y="1354998"/>
        <a:ext cx="1632346" cy="979407"/>
      </dsp:txXfrm>
    </dsp:sp>
    <dsp:sp modelId="{C1AD6D0A-219A-A240-B8AC-EB6D6748D183}">
      <dsp:nvSpPr>
        <dsp:cNvPr id="0" name=""/>
        <dsp:cNvSpPr/>
      </dsp:nvSpPr>
      <dsp:spPr>
        <a:xfrm>
          <a:off x="1446920" y="2332606"/>
          <a:ext cx="8031142" cy="344839"/>
        </a:xfrm>
        <a:custGeom>
          <a:avLst/>
          <a:gdLst/>
          <a:ahLst/>
          <a:cxnLst/>
          <a:rect l="0" t="0" r="0" b="0"/>
          <a:pathLst>
            <a:path>
              <a:moveTo>
                <a:pt x="8031142" y="0"/>
              </a:moveTo>
              <a:lnTo>
                <a:pt x="8031142" y="189519"/>
              </a:lnTo>
              <a:lnTo>
                <a:pt x="0" y="189519"/>
              </a:lnTo>
              <a:lnTo>
                <a:pt x="0" y="344839"/>
              </a:lnTo>
            </a:path>
          </a:pathLst>
        </a:custGeom>
        <a:noFill/>
        <a:ln w="9525" cap="flat" cmpd="sng" algn="ctr">
          <a:solidFill>
            <a:schemeClr val="accent2">
              <a:hueOff val="3511140"/>
              <a:satOff val="-4379"/>
              <a:lumOff val="103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61493" y="2503148"/>
        <a:ext cx="401995" cy="3754"/>
      </dsp:txXfrm>
    </dsp:sp>
    <dsp:sp modelId="{02DA9063-5D92-964F-9E56-4E0BDAEADB99}">
      <dsp:nvSpPr>
        <dsp:cNvPr id="0" name=""/>
        <dsp:cNvSpPr/>
      </dsp:nvSpPr>
      <dsp:spPr>
        <a:xfrm>
          <a:off x="8661889" y="1354998"/>
          <a:ext cx="1632346" cy="979407"/>
        </a:xfrm>
        <a:prstGeom prst="rect">
          <a:avLst/>
        </a:prstGeom>
        <a:solidFill>
          <a:schemeClr val="accent2">
            <a:hueOff val="3241052"/>
            <a:satOff val="-4042"/>
            <a:lumOff val="9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86" tIns="83960" rIns="79986" bIns="839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Week 10:</a:t>
          </a:r>
          <a:r>
            <a:rPr lang="en-US" sz="1400" kern="1200"/>
            <a:t> Prompting for Complex Problem Solving</a:t>
          </a:r>
        </a:p>
      </dsp:txBody>
      <dsp:txXfrm>
        <a:off x="8661889" y="1354998"/>
        <a:ext cx="1632346" cy="979407"/>
      </dsp:txXfrm>
    </dsp:sp>
    <dsp:sp modelId="{DBA97BB4-D665-BF46-A3B5-32ADCD9E215C}">
      <dsp:nvSpPr>
        <dsp:cNvPr id="0" name=""/>
        <dsp:cNvSpPr/>
      </dsp:nvSpPr>
      <dsp:spPr>
        <a:xfrm>
          <a:off x="2261293" y="3153829"/>
          <a:ext cx="3448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839" y="45720"/>
              </a:lnTo>
            </a:path>
          </a:pathLst>
        </a:custGeom>
        <a:noFill/>
        <a:ln w="9525" cap="flat" cmpd="sng" algn="ctr">
          <a:solidFill>
            <a:schemeClr val="accent2">
              <a:hueOff val="3901266"/>
              <a:satOff val="-4866"/>
              <a:lumOff val="114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24326" y="3197672"/>
        <a:ext cx="18771" cy="3754"/>
      </dsp:txXfrm>
    </dsp:sp>
    <dsp:sp modelId="{108B7203-B7AA-E44B-A324-AC88082D8D75}">
      <dsp:nvSpPr>
        <dsp:cNvPr id="0" name=""/>
        <dsp:cNvSpPr/>
      </dsp:nvSpPr>
      <dsp:spPr>
        <a:xfrm>
          <a:off x="630747" y="2709845"/>
          <a:ext cx="1632346" cy="979407"/>
        </a:xfrm>
        <a:prstGeom prst="rect">
          <a:avLst/>
        </a:prstGeom>
        <a:solidFill>
          <a:schemeClr val="accent2">
            <a:hueOff val="3601169"/>
            <a:satOff val="-4492"/>
            <a:lumOff val="10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86" tIns="83960" rIns="79986" bIns="839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Week 11:</a:t>
          </a:r>
          <a:r>
            <a:rPr lang="en-US" sz="1400" kern="1200"/>
            <a:t> Domain-Specific Applications</a:t>
          </a:r>
        </a:p>
      </dsp:txBody>
      <dsp:txXfrm>
        <a:off x="630747" y="2709845"/>
        <a:ext cx="1632346" cy="979407"/>
      </dsp:txXfrm>
    </dsp:sp>
    <dsp:sp modelId="{A8A61EA1-7E08-C141-B755-CAED8D18E060}">
      <dsp:nvSpPr>
        <dsp:cNvPr id="0" name=""/>
        <dsp:cNvSpPr/>
      </dsp:nvSpPr>
      <dsp:spPr>
        <a:xfrm>
          <a:off x="4269078" y="3153829"/>
          <a:ext cx="3448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839" y="45720"/>
              </a:lnTo>
            </a:path>
          </a:pathLst>
        </a:custGeom>
        <a:noFill/>
        <a:ln w="9525" cap="flat" cmpd="sng" algn="ctr">
          <a:solidFill>
            <a:schemeClr val="accent2">
              <a:hueOff val="4291393"/>
              <a:satOff val="-5352"/>
              <a:lumOff val="125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32112" y="3197672"/>
        <a:ext cx="18771" cy="3754"/>
      </dsp:txXfrm>
    </dsp:sp>
    <dsp:sp modelId="{8D5CF6D1-5634-3D40-84C9-1E070315CC47}">
      <dsp:nvSpPr>
        <dsp:cNvPr id="0" name=""/>
        <dsp:cNvSpPr/>
      </dsp:nvSpPr>
      <dsp:spPr>
        <a:xfrm>
          <a:off x="2638532" y="2709845"/>
          <a:ext cx="1632346" cy="979407"/>
        </a:xfrm>
        <a:prstGeom prst="rect">
          <a:avLst/>
        </a:prstGeom>
        <a:solidFill>
          <a:schemeClr val="accent2">
            <a:hueOff val="3961286"/>
            <a:satOff val="-4941"/>
            <a:lumOff val="116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86" tIns="83960" rIns="79986" bIns="839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Week 12:</a:t>
          </a:r>
          <a:r>
            <a:rPr lang="en-US" sz="1400" kern="1200"/>
            <a:t> Ethics, Copyright, and Responsible Use</a:t>
          </a:r>
        </a:p>
      </dsp:txBody>
      <dsp:txXfrm>
        <a:off x="2638532" y="2709845"/>
        <a:ext cx="1632346" cy="979407"/>
      </dsp:txXfrm>
    </dsp:sp>
    <dsp:sp modelId="{A1D7F568-90BC-7041-B015-8CD9BB04C3D2}">
      <dsp:nvSpPr>
        <dsp:cNvPr id="0" name=""/>
        <dsp:cNvSpPr/>
      </dsp:nvSpPr>
      <dsp:spPr>
        <a:xfrm>
          <a:off x="6276864" y="3153829"/>
          <a:ext cx="3448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839" y="45720"/>
              </a:lnTo>
            </a:path>
          </a:pathLst>
        </a:custGeom>
        <a:noFill/>
        <a:ln w="9525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39898" y="3197672"/>
        <a:ext cx="18771" cy="3754"/>
      </dsp:txXfrm>
    </dsp:sp>
    <dsp:sp modelId="{5DC83D98-3C23-6F45-9E2C-2AEE3D2A4ED6}">
      <dsp:nvSpPr>
        <dsp:cNvPr id="0" name=""/>
        <dsp:cNvSpPr/>
      </dsp:nvSpPr>
      <dsp:spPr>
        <a:xfrm>
          <a:off x="4646318" y="2709845"/>
          <a:ext cx="1632346" cy="979407"/>
        </a:xfrm>
        <a:prstGeom prst="rect">
          <a:avLst/>
        </a:prstGeom>
        <a:solidFill>
          <a:schemeClr val="accent2">
            <a:hueOff val="4321403"/>
            <a:satOff val="-5390"/>
            <a:lumOff val="126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86" tIns="83960" rIns="79986" bIns="839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Week 13:</a:t>
          </a:r>
          <a:r>
            <a:rPr lang="en-US" sz="1400" kern="1200"/>
            <a:t> Emerging Trends in Prompt Engineering</a:t>
          </a:r>
        </a:p>
      </dsp:txBody>
      <dsp:txXfrm>
        <a:off x="4646318" y="2709845"/>
        <a:ext cx="1632346" cy="979407"/>
      </dsp:txXfrm>
    </dsp:sp>
    <dsp:sp modelId="{724EE62D-E870-B847-853F-30D3FB34B2D7}">
      <dsp:nvSpPr>
        <dsp:cNvPr id="0" name=""/>
        <dsp:cNvSpPr/>
      </dsp:nvSpPr>
      <dsp:spPr>
        <a:xfrm>
          <a:off x="6654104" y="2709845"/>
          <a:ext cx="1632346" cy="979407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86" tIns="83960" rIns="79986" bIns="839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Week 14:</a:t>
          </a:r>
          <a:r>
            <a:rPr lang="en-US" sz="1400" kern="1200"/>
            <a:t> Course Wrap-Up</a:t>
          </a:r>
        </a:p>
      </dsp:txBody>
      <dsp:txXfrm>
        <a:off x="6654104" y="2709845"/>
        <a:ext cx="1632346" cy="9794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40081C-82C0-41A0-BB09-8A665D7D2697}">
      <dsp:nvSpPr>
        <dsp:cNvPr id="0" name=""/>
        <dsp:cNvSpPr/>
      </dsp:nvSpPr>
      <dsp:spPr>
        <a:xfrm>
          <a:off x="561872" y="536577"/>
          <a:ext cx="1445889" cy="144588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9F34DB-E624-4C48-80AA-615242EFC57A}">
      <dsp:nvSpPr>
        <dsp:cNvPr id="0" name=""/>
        <dsp:cNvSpPr/>
      </dsp:nvSpPr>
      <dsp:spPr>
        <a:xfrm>
          <a:off x="870013" y="844718"/>
          <a:ext cx="829609" cy="8296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D9F879-5EC4-4513-8447-6F07730A53CF}">
      <dsp:nvSpPr>
        <dsp:cNvPr id="0" name=""/>
        <dsp:cNvSpPr/>
      </dsp:nvSpPr>
      <dsp:spPr>
        <a:xfrm>
          <a:off x="99661" y="2432827"/>
          <a:ext cx="237031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✨ Create clear, context-aware prompts</a:t>
          </a:r>
        </a:p>
      </dsp:txBody>
      <dsp:txXfrm>
        <a:off x="99661" y="2432827"/>
        <a:ext cx="2370311" cy="720000"/>
      </dsp:txXfrm>
    </dsp:sp>
    <dsp:sp modelId="{14B16933-273D-4808-BDF2-A966E658E49A}">
      <dsp:nvSpPr>
        <dsp:cNvPr id="0" name=""/>
        <dsp:cNvSpPr/>
      </dsp:nvSpPr>
      <dsp:spPr>
        <a:xfrm>
          <a:off x="3346988" y="536577"/>
          <a:ext cx="1445889" cy="144588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005A30-9276-41B1-9540-BCACC2817F07}">
      <dsp:nvSpPr>
        <dsp:cNvPr id="0" name=""/>
        <dsp:cNvSpPr/>
      </dsp:nvSpPr>
      <dsp:spPr>
        <a:xfrm>
          <a:off x="3655129" y="844718"/>
          <a:ext cx="829609" cy="8296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CC968D-8078-4E16-8452-61109BC18366}">
      <dsp:nvSpPr>
        <dsp:cNvPr id="0" name=""/>
        <dsp:cNvSpPr/>
      </dsp:nvSpPr>
      <dsp:spPr>
        <a:xfrm>
          <a:off x="2884777" y="2432827"/>
          <a:ext cx="237031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✨ Use structured prompting strategies</a:t>
          </a:r>
        </a:p>
      </dsp:txBody>
      <dsp:txXfrm>
        <a:off x="2884777" y="2432827"/>
        <a:ext cx="2370311" cy="720000"/>
      </dsp:txXfrm>
    </dsp:sp>
    <dsp:sp modelId="{10D8786A-A9B2-42CC-B4A7-76BA10FB7FC0}">
      <dsp:nvSpPr>
        <dsp:cNvPr id="0" name=""/>
        <dsp:cNvSpPr/>
      </dsp:nvSpPr>
      <dsp:spPr>
        <a:xfrm>
          <a:off x="6132104" y="536577"/>
          <a:ext cx="1445889" cy="144588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85AAF0-896F-4F60-AFC2-383A981F585C}">
      <dsp:nvSpPr>
        <dsp:cNvPr id="0" name=""/>
        <dsp:cNvSpPr/>
      </dsp:nvSpPr>
      <dsp:spPr>
        <a:xfrm>
          <a:off x="6440244" y="844718"/>
          <a:ext cx="829609" cy="8296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E872EF-DABC-42FB-B2A2-316C1D150178}">
      <dsp:nvSpPr>
        <dsp:cNvPr id="0" name=""/>
        <dsp:cNvSpPr/>
      </dsp:nvSpPr>
      <dsp:spPr>
        <a:xfrm>
          <a:off x="5669893" y="2432827"/>
          <a:ext cx="237031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✨ Assess AI responses (accuracy, bias, tone, relevance)</a:t>
          </a:r>
        </a:p>
      </dsp:txBody>
      <dsp:txXfrm>
        <a:off x="5669893" y="2432827"/>
        <a:ext cx="2370311" cy="720000"/>
      </dsp:txXfrm>
    </dsp:sp>
    <dsp:sp modelId="{ECD7A358-F341-40C0-948C-B52EA1ADDDD0}">
      <dsp:nvSpPr>
        <dsp:cNvPr id="0" name=""/>
        <dsp:cNvSpPr/>
      </dsp:nvSpPr>
      <dsp:spPr>
        <a:xfrm>
          <a:off x="8917220" y="536577"/>
          <a:ext cx="1445889" cy="144588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6FFAD2-696C-4350-A44D-7FA10D6DFB1C}">
      <dsp:nvSpPr>
        <dsp:cNvPr id="0" name=""/>
        <dsp:cNvSpPr/>
      </dsp:nvSpPr>
      <dsp:spPr>
        <a:xfrm>
          <a:off x="9225360" y="844718"/>
          <a:ext cx="829609" cy="8296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8A50B8-B7C7-4F8B-9064-8D4C834073B7}">
      <dsp:nvSpPr>
        <dsp:cNvPr id="0" name=""/>
        <dsp:cNvSpPr/>
      </dsp:nvSpPr>
      <dsp:spPr>
        <a:xfrm>
          <a:off x="8455009" y="2432827"/>
          <a:ext cx="237031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✨ Apply techniques across text, image, code, and data</a:t>
          </a:r>
        </a:p>
      </dsp:txBody>
      <dsp:txXfrm>
        <a:off x="8455009" y="2432827"/>
        <a:ext cx="2370311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C0206D-5416-44C2-AB39-B33E36C4DC14}">
      <dsp:nvSpPr>
        <dsp:cNvPr id="0" name=""/>
        <dsp:cNvSpPr/>
      </dsp:nvSpPr>
      <dsp:spPr>
        <a:xfrm>
          <a:off x="0" y="717"/>
          <a:ext cx="6299960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C5545D-7EEC-4FA5-97D9-97289DB3F065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FCC7AB-E1CD-43D1-952B-234AEDFC93AB}">
      <dsp:nvSpPr>
        <dsp:cNvPr id="0" name=""/>
        <dsp:cNvSpPr/>
      </dsp:nvSpPr>
      <dsp:spPr>
        <a:xfrm>
          <a:off x="1939533" y="717"/>
          <a:ext cx="4360426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✅ Weekly </a:t>
          </a:r>
          <a:r>
            <a:rPr lang="en-US" sz="2500" kern="1200" dirty="0" err="1"/>
            <a:t>Quizze</a:t>
          </a:r>
          <a:r>
            <a:rPr lang="tr-TR" sz="2500" kern="1200" dirty="0"/>
            <a:t>s:</a:t>
          </a:r>
          <a:r>
            <a:rPr lang="en-US" sz="2500" kern="1200" dirty="0"/>
            <a:t> 30%</a:t>
          </a:r>
        </a:p>
      </dsp:txBody>
      <dsp:txXfrm>
        <a:off x="1939533" y="717"/>
        <a:ext cx="4360426" cy="1679249"/>
      </dsp:txXfrm>
    </dsp:sp>
    <dsp:sp modelId="{B3AEDA84-4CDA-4EDB-84BB-83057B05BBA5}">
      <dsp:nvSpPr>
        <dsp:cNvPr id="0" name=""/>
        <dsp:cNvSpPr/>
      </dsp:nvSpPr>
      <dsp:spPr>
        <a:xfrm>
          <a:off x="0" y="2099779"/>
          <a:ext cx="6299960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4F68F0-9149-4D2F-98EF-2F61C6E75A73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19DE79-14AA-4578-AD93-D5571AAFCD09}">
      <dsp:nvSpPr>
        <dsp:cNvPr id="0" name=""/>
        <dsp:cNvSpPr/>
      </dsp:nvSpPr>
      <dsp:spPr>
        <a:xfrm>
          <a:off x="1939533" y="2099779"/>
          <a:ext cx="4360426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📄 Midterm </a:t>
          </a:r>
          <a:r>
            <a:rPr lang="tr-TR" sz="2500" kern="1200"/>
            <a:t>Exam: </a:t>
          </a:r>
          <a:r>
            <a:rPr lang="en-US" sz="2500" kern="1200"/>
            <a:t>30%</a:t>
          </a:r>
        </a:p>
      </dsp:txBody>
      <dsp:txXfrm>
        <a:off x="1939533" y="2099779"/>
        <a:ext cx="4360426" cy="1679249"/>
      </dsp:txXfrm>
    </dsp:sp>
    <dsp:sp modelId="{8366F325-F3C9-468C-BF81-713439BE2D3D}">
      <dsp:nvSpPr>
        <dsp:cNvPr id="0" name=""/>
        <dsp:cNvSpPr/>
      </dsp:nvSpPr>
      <dsp:spPr>
        <a:xfrm>
          <a:off x="0" y="4198841"/>
          <a:ext cx="6299960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9A8134-55DF-4C82-B06B-962765736537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C23D52-065C-4C23-829A-FF8572E7B896}">
      <dsp:nvSpPr>
        <dsp:cNvPr id="0" name=""/>
        <dsp:cNvSpPr/>
      </dsp:nvSpPr>
      <dsp:spPr>
        <a:xfrm>
          <a:off x="1939533" y="4198841"/>
          <a:ext cx="4360426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📂 Final Exam: 40%</a:t>
          </a:r>
        </a:p>
      </dsp:txBody>
      <dsp:txXfrm>
        <a:off x="1939533" y="4198841"/>
        <a:ext cx="4360426" cy="16792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EA3944-36F1-EB41-9C20-71BA2BBDC8F0}">
      <dsp:nvSpPr>
        <dsp:cNvPr id="0" name=""/>
        <dsp:cNvSpPr/>
      </dsp:nvSpPr>
      <dsp:spPr>
        <a:xfrm>
          <a:off x="3593" y="813822"/>
          <a:ext cx="1945495" cy="272369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678" tIns="330200" rIns="151678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🎯 Define what a prompt is</a:t>
          </a:r>
        </a:p>
      </dsp:txBody>
      <dsp:txXfrm>
        <a:off x="3593" y="1848825"/>
        <a:ext cx="1945495" cy="1634216"/>
      </dsp:txXfrm>
    </dsp:sp>
    <dsp:sp modelId="{57C4E1FD-18EE-8E43-9AB0-8BF99336FD75}">
      <dsp:nvSpPr>
        <dsp:cNvPr id="0" name=""/>
        <dsp:cNvSpPr/>
      </dsp:nvSpPr>
      <dsp:spPr>
        <a:xfrm>
          <a:off x="567786" y="1086191"/>
          <a:ext cx="817108" cy="81710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05" tIns="12700" rIns="63705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1</a:t>
          </a:r>
        </a:p>
      </dsp:txBody>
      <dsp:txXfrm>
        <a:off x="687449" y="1205854"/>
        <a:ext cx="577782" cy="577782"/>
      </dsp:txXfrm>
    </dsp:sp>
    <dsp:sp modelId="{0A800BFB-D0B5-E543-A6DE-6F3A26C81E0C}">
      <dsp:nvSpPr>
        <dsp:cNvPr id="0" name=""/>
        <dsp:cNvSpPr/>
      </dsp:nvSpPr>
      <dsp:spPr>
        <a:xfrm>
          <a:off x="3593" y="3537443"/>
          <a:ext cx="1945495" cy="72"/>
        </a:xfrm>
        <a:prstGeom prst="rect">
          <a:avLst/>
        </a:prstGeom>
        <a:solidFill>
          <a:schemeClr val="accent2">
            <a:hueOff val="520169"/>
            <a:satOff val="-649"/>
            <a:lumOff val="153"/>
            <a:alphaOff val="0"/>
          </a:schemeClr>
        </a:solidFill>
        <a:ln w="25400" cap="flat" cmpd="sng" algn="ctr">
          <a:solidFill>
            <a:schemeClr val="accent2">
              <a:hueOff val="520169"/>
              <a:satOff val="-649"/>
              <a:lumOff val="1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36DC5D-EC29-8A49-959C-513F1616D5D5}">
      <dsp:nvSpPr>
        <dsp:cNvPr id="0" name=""/>
        <dsp:cNvSpPr/>
      </dsp:nvSpPr>
      <dsp:spPr>
        <a:xfrm>
          <a:off x="2143638" y="813822"/>
          <a:ext cx="1945495" cy="2723693"/>
        </a:xfrm>
        <a:prstGeom prst="rect">
          <a:avLst/>
        </a:prstGeom>
        <a:solidFill>
          <a:schemeClr val="accent2">
            <a:tint val="40000"/>
            <a:alpha val="90000"/>
            <a:hueOff val="1256455"/>
            <a:satOff val="-1094"/>
            <a:lumOff val="-1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256455"/>
              <a:satOff val="-1094"/>
              <a:lumOff val="-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678" tIns="330200" rIns="151678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🔍 Understand its role across fields</a:t>
          </a:r>
        </a:p>
      </dsp:txBody>
      <dsp:txXfrm>
        <a:off x="2143638" y="1848825"/>
        <a:ext cx="1945495" cy="1634216"/>
      </dsp:txXfrm>
    </dsp:sp>
    <dsp:sp modelId="{D60DD48D-6C22-E447-851D-3312B9CF913D}">
      <dsp:nvSpPr>
        <dsp:cNvPr id="0" name=""/>
        <dsp:cNvSpPr/>
      </dsp:nvSpPr>
      <dsp:spPr>
        <a:xfrm>
          <a:off x="2707831" y="1086191"/>
          <a:ext cx="817108" cy="817108"/>
        </a:xfrm>
        <a:prstGeom prst="ellipse">
          <a:avLst/>
        </a:prstGeom>
        <a:solidFill>
          <a:schemeClr val="accent2">
            <a:hueOff val="1040338"/>
            <a:satOff val="-1298"/>
            <a:lumOff val="305"/>
            <a:alphaOff val="0"/>
          </a:schemeClr>
        </a:solidFill>
        <a:ln w="25400" cap="flat" cmpd="sng" algn="ctr">
          <a:solidFill>
            <a:schemeClr val="accent2">
              <a:hueOff val="1040338"/>
              <a:satOff val="-1298"/>
              <a:lumOff val="3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05" tIns="12700" rIns="63705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2</a:t>
          </a:r>
        </a:p>
      </dsp:txBody>
      <dsp:txXfrm>
        <a:off x="2827494" y="1205854"/>
        <a:ext cx="577782" cy="577782"/>
      </dsp:txXfrm>
    </dsp:sp>
    <dsp:sp modelId="{346654CF-8878-424F-A8DD-89FE47C67013}">
      <dsp:nvSpPr>
        <dsp:cNvPr id="0" name=""/>
        <dsp:cNvSpPr/>
      </dsp:nvSpPr>
      <dsp:spPr>
        <a:xfrm>
          <a:off x="2143638" y="3537443"/>
          <a:ext cx="1945495" cy="72"/>
        </a:xfrm>
        <a:prstGeom prst="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7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C36045-C8DA-274D-AE48-C47EFD8A85DD}">
      <dsp:nvSpPr>
        <dsp:cNvPr id="0" name=""/>
        <dsp:cNvSpPr/>
      </dsp:nvSpPr>
      <dsp:spPr>
        <a:xfrm>
          <a:off x="4283683" y="813822"/>
          <a:ext cx="1945495" cy="2723693"/>
        </a:xfrm>
        <a:prstGeom prst="rect">
          <a:avLst/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678" tIns="330200" rIns="151678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🧠 Learn key terms: Prompt, LLM, Generative AI, Context</a:t>
          </a:r>
        </a:p>
      </dsp:txBody>
      <dsp:txXfrm>
        <a:off x="4283683" y="1848825"/>
        <a:ext cx="1945495" cy="1634216"/>
      </dsp:txXfrm>
    </dsp:sp>
    <dsp:sp modelId="{DB86F1A9-9E00-BB43-95F1-6213E5FFE384}">
      <dsp:nvSpPr>
        <dsp:cNvPr id="0" name=""/>
        <dsp:cNvSpPr/>
      </dsp:nvSpPr>
      <dsp:spPr>
        <a:xfrm>
          <a:off x="4847876" y="1086191"/>
          <a:ext cx="817108" cy="817108"/>
        </a:xfrm>
        <a:prstGeom prst="ellipse">
          <a:avLst/>
        </a:prstGeom>
        <a:solidFill>
          <a:schemeClr val="accent2">
            <a:hueOff val="2080676"/>
            <a:satOff val="-2595"/>
            <a:lumOff val="610"/>
            <a:alphaOff val="0"/>
          </a:schemeClr>
        </a:solidFill>
        <a:ln w="25400" cap="flat" cmpd="sng" algn="ctr">
          <a:solidFill>
            <a:schemeClr val="accent2">
              <a:hueOff val="2080676"/>
              <a:satOff val="-2595"/>
              <a:lumOff val="61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05" tIns="12700" rIns="63705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3</a:t>
          </a:r>
        </a:p>
      </dsp:txBody>
      <dsp:txXfrm>
        <a:off x="4967539" y="1205854"/>
        <a:ext cx="577782" cy="577782"/>
      </dsp:txXfrm>
    </dsp:sp>
    <dsp:sp modelId="{F2106EBA-E175-A149-A7F7-D3008802A2E6}">
      <dsp:nvSpPr>
        <dsp:cNvPr id="0" name=""/>
        <dsp:cNvSpPr/>
      </dsp:nvSpPr>
      <dsp:spPr>
        <a:xfrm>
          <a:off x="4283683" y="3537443"/>
          <a:ext cx="1945495" cy="72"/>
        </a:xfrm>
        <a:prstGeom prst="rect">
          <a:avLst/>
        </a:prstGeom>
        <a:solidFill>
          <a:schemeClr val="accent2">
            <a:hueOff val="2600844"/>
            <a:satOff val="-3244"/>
            <a:lumOff val="763"/>
            <a:alphaOff val="0"/>
          </a:schemeClr>
        </a:solidFill>
        <a:ln w="25400" cap="flat" cmpd="sng" algn="ctr">
          <a:solidFill>
            <a:schemeClr val="accent2">
              <a:hueOff val="2600844"/>
              <a:satOff val="-3244"/>
              <a:lumOff val="7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74BC29-C776-6E4F-95C6-D18630BCED7A}">
      <dsp:nvSpPr>
        <dsp:cNvPr id="0" name=""/>
        <dsp:cNvSpPr/>
      </dsp:nvSpPr>
      <dsp:spPr>
        <a:xfrm>
          <a:off x="6423728" y="813822"/>
          <a:ext cx="1945495" cy="2723693"/>
        </a:xfrm>
        <a:prstGeom prst="rect">
          <a:avLst/>
        </a:prstGeom>
        <a:solidFill>
          <a:schemeClr val="accent2">
            <a:tint val="40000"/>
            <a:alpha val="90000"/>
            <a:hueOff val="3769366"/>
            <a:satOff val="-3283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769366"/>
              <a:satOff val="-3283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678" tIns="330200" rIns="151678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🌍 Explore applications</a:t>
          </a:r>
        </a:p>
      </dsp:txBody>
      <dsp:txXfrm>
        <a:off x="6423728" y="1848825"/>
        <a:ext cx="1945495" cy="1634216"/>
      </dsp:txXfrm>
    </dsp:sp>
    <dsp:sp modelId="{9B570EB7-D9C3-4542-9CDE-E101E395A509}">
      <dsp:nvSpPr>
        <dsp:cNvPr id="0" name=""/>
        <dsp:cNvSpPr/>
      </dsp:nvSpPr>
      <dsp:spPr>
        <a:xfrm>
          <a:off x="6987921" y="1086191"/>
          <a:ext cx="817108" cy="817108"/>
        </a:xfrm>
        <a:prstGeom prst="ellips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05" tIns="12700" rIns="63705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4</a:t>
          </a:r>
        </a:p>
      </dsp:txBody>
      <dsp:txXfrm>
        <a:off x="7107584" y="1205854"/>
        <a:ext cx="577782" cy="577782"/>
      </dsp:txXfrm>
    </dsp:sp>
    <dsp:sp modelId="{BCCC5165-626C-6345-8D53-957FD33F3E51}">
      <dsp:nvSpPr>
        <dsp:cNvPr id="0" name=""/>
        <dsp:cNvSpPr/>
      </dsp:nvSpPr>
      <dsp:spPr>
        <a:xfrm>
          <a:off x="6423728" y="3537443"/>
          <a:ext cx="1945495" cy="72"/>
        </a:xfrm>
        <a:prstGeom prst="rect">
          <a:avLst/>
        </a:prstGeom>
        <a:solidFill>
          <a:schemeClr val="accent2">
            <a:hueOff val="3641182"/>
            <a:satOff val="-4541"/>
            <a:lumOff val="1068"/>
            <a:alphaOff val="0"/>
          </a:schemeClr>
        </a:solidFill>
        <a:ln w="25400" cap="flat" cmpd="sng" algn="ctr">
          <a:solidFill>
            <a:schemeClr val="accent2">
              <a:hueOff val="3641182"/>
              <a:satOff val="-4541"/>
              <a:lumOff val="106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F02978-61ED-7F44-8F1D-D2ECF138E2B8}">
      <dsp:nvSpPr>
        <dsp:cNvPr id="0" name=""/>
        <dsp:cNvSpPr/>
      </dsp:nvSpPr>
      <dsp:spPr>
        <a:xfrm>
          <a:off x="8563773" y="813822"/>
          <a:ext cx="1945495" cy="2723693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678" tIns="330200" rIns="151678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💡 Prepare to create and refine prompts</a:t>
          </a:r>
        </a:p>
      </dsp:txBody>
      <dsp:txXfrm>
        <a:off x="8563773" y="1848825"/>
        <a:ext cx="1945495" cy="1634216"/>
      </dsp:txXfrm>
    </dsp:sp>
    <dsp:sp modelId="{0212678D-73E7-E04B-9C0E-C092D5DF4CBB}">
      <dsp:nvSpPr>
        <dsp:cNvPr id="0" name=""/>
        <dsp:cNvSpPr/>
      </dsp:nvSpPr>
      <dsp:spPr>
        <a:xfrm>
          <a:off x="9127966" y="1086191"/>
          <a:ext cx="817108" cy="817108"/>
        </a:xfrm>
        <a:prstGeom prst="ellipse">
          <a:avLst/>
        </a:prstGeom>
        <a:solidFill>
          <a:schemeClr val="accent2">
            <a:hueOff val="4161351"/>
            <a:satOff val="-5190"/>
            <a:lumOff val="1220"/>
            <a:alphaOff val="0"/>
          </a:schemeClr>
        </a:solidFill>
        <a:ln w="25400" cap="flat" cmpd="sng" algn="ctr">
          <a:solidFill>
            <a:schemeClr val="accent2">
              <a:hueOff val="4161351"/>
              <a:satOff val="-5190"/>
              <a:lumOff val="122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05" tIns="12700" rIns="63705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5</a:t>
          </a:r>
        </a:p>
      </dsp:txBody>
      <dsp:txXfrm>
        <a:off x="9247629" y="1205854"/>
        <a:ext cx="577782" cy="577782"/>
      </dsp:txXfrm>
    </dsp:sp>
    <dsp:sp modelId="{0211D734-CCBC-D948-943F-BE0844373FDA}">
      <dsp:nvSpPr>
        <dsp:cNvPr id="0" name=""/>
        <dsp:cNvSpPr/>
      </dsp:nvSpPr>
      <dsp:spPr>
        <a:xfrm>
          <a:off x="8563773" y="3537443"/>
          <a:ext cx="1945495" cy="72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3F17B8-C688-394A-855C-1D3ACC0140E7}">
      <dsp:nvSpPr>
        <dsp:cNvPr id="0" name=""/>
        <dsp:cNvSpPr/>
      </dsp:nvSpPr>
      <dsp:spPr>
        <a:xfrm>
          <a:off x="1743360" y="2869271"/>
          <a:ext cx="467327" cy="5023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3663" y="0"/>
              </a:lnTo>
              <a:lnTo>
                <a:pt x="233663" y="502377"/>
              </a:lnTo>
              <a:lnTo>
                <a:pt x="467327" y="502377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AE656E-2D1E-3A4E-BB7F-652AB63270AF}">
      <dsp:nvSpPr>
        <dsp:cNvPr id="0" name=""/>
        <dsp:cNvSpPr/>
      </dsp:nvSpPr>
      <dsp:spPr>
        <a:xfrm>
          <a:off x="1743360" y="2366894"/>
          <a:ext cx="467327" cy="502377"/>
        </a:xfrm>
        <a:custGeom>
          <a:avLst/>
          <a:gdLst/>
          <a:ahLst/>
          <a:cxnLst/>
          <a:rect l="0" t="0" r="0" b="0"/>
          <a:pathLst>
            <a:path>
              <a:moveTo>
                <a:pt x="0" y="502377"/>
              </a:moveTo>
              <a:lnTo>
                <a:pt x="233663" y="502377"/>
              </a:lnTo>
              <a:lnTo>
                <a:pt x="233663" y="0"/>
              </a:lnTo>
              <a:lnTo>
                <a:pt x="467327" y="0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D14221-86F7-524E-8259-2D3B637EAFC6}">
      <dsp:nvSpPr>
        <dsp:cNvPr id="0" name=""/>
        <dsp:cNvSpPr/>
      </dsp:nvSpPr>
      <dsp:spPr>
        <a:xfrm>
          <a:off x="399489" y="1047"/>
          <a:ext cx="5194511" cy="71267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💬 Input/instruction given to an AI system</a:t>
          </a:r>
        </a:p>
      </dsp:txBody>
      <dsp:txXfrm>
        <a:off x="399489" y="1047"/>
        <a:ext cx="5194511" cy="712674"/>
      </dsp:txXfrm>
    </dsp:sp>
    <dsp:sp modelId="{67FCF5B4-4210-FC47-B089-5B11C0C4A401}">
      <dsp:nvSpPr>
        <dsp:cNvPr id="0" name=""/>
        <dsp:cNvSpPr/>
      </dsp:nvSpPr>
      <dsp:spPr>
        <a:xfrm>
          <a:off x="399489" y="1005802"/>
          <a:ext cx="5201568" cy="71267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🔍 Analogy: Asking a professor vs searching Google</a:t>
          </a:r>
        </a:p>
      </dsp:txBody>
      <dsp:txXfrm>
        <a:off x="399489" y="1005802"/>
        <a:ext cx="5201568" cy="712674"/>
      </dsp:txXfrm>
    </dsp:sp>
    <dsp:sp modelId="{90D3FEFA-BFFD-C144-948B-545B3D4704DD}">
      <dsp:nvSpPr>
        <dsp:cNvPr id="0" name=""/>
        <dsp:cNvSpPr/>
      </dsp:nvSpPr>
      <dsp:spPr>
        <a:xfrm>
          <a:off x="399489" y="2512934"/>
          <a:ext cx="1343871" cy="71267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⚖️ Example</a:t>
          </a:r>
          <a:r>
            <a:rPr lang="tr-TR" sz="1600" kern="1200"/>
            <a:t>s</a:t>
          </a:r>
          <a:r>
            <a:rPr lang="en-US" sz="1600" kern="1200"/>
            <a:t>:</a:t>
          </a:r>
        </a:p>
      </dsp:txBody>
      <dsp:txXfrm>
        <a:off x="399489" y="2512934"/>
        <a:ext cx="1343871" cy="712674"/>
      </dsp:txXfrm>
    </dsp:sp>
    <dsp:sp modelId="{EE926034-6DA7-6348-8A3D-BCA8942EF158}">
      <dsp:nvSpPr>
        <dsp:cNvPr id="0" name=""/>
        <dsp:cNvSpPr/>
      </dsp:nvSpPr>
      <dsp:spPr>
        <a:xfrm>
          <a:off x="2210688" y="2010556"/>
          <a:ext cx="2336638" cy="71267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Bad: 'Tell me about physics.’</a:t>
          </a:r>
        </a:p>
      </dsp:txBody>
      <dsp:txXfrm>
        <a:off x="2210688" y="2010556"/>
        <a:ext cx="2336638" cy="712674"/>
      </dsp:txXfrm>
    </dsp:sp>
    <dsp:sp modelId="{441A4BFD-1EE0-DF4A-A9E8-C0B0172B91E9}">
      <dsp:nvSpPr>
        <dsp:cNvPr id="0" name=""/>
        <dsp:cNvSpPr/>
      </dsp:nvSpPr>
      <dsp:spPr>
        <a:xfrm>
          <a:off x="2210688" y="3015311"/>
          <a:ext cx="2336638" cy="71267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/>
            <a:t>Good: 'Explain Newton’s 3 laws of motion with examples'</a:t>
          </a:r>
          <a:endParaRPr lang="en-US" sz="1600" kern="1200"/>
        </a:p>
      </dsp:txBody>
      <dsp:txXfrm>
        <a:off x="2210688" y="3015311"/>
        <a:ext cx="2336638" cy="7126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9B6FD-F78D-ED43-9BC2-D39E223A2E2D}">
      <dsp:nvSpPr>
        <dsp:cNvPr id="0" name=""/>
        <dsp:cNvSpPr/>
      </dsp:nvSpPr>
      <dsp:spPr>
        <a:xfrm>
          <a:off x="0" y="0"/>
          <a:ext cx="713777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598DE-9778-BC4A-A33B-9E11EE9D0661}">
      <dsp:nvSpPr>
        <dsp:cNvPr id="0" name=""/>
        <dsp:cNvSpPr/>
      </dsp:nvSpPr>
      <dsp:spPr>
        <a:xfrm>
          <a:off x="0" y="0"/>
          <a:ext cx="7137778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📌 Prompt: Instruction/input</a:t>
          </a:r>
        </a:p>
      </dsp:txBody>
      <dsp:txXfrm>
        <a:off x="0" y="0"/>
        <a:ext cx="7137778" cy="1384035"/>
      </dsp:txXfrm>
    </dsp:sp>
    <dsp:sp modelId="{E683F236-90DE-CB4A-B7EC-A556C03AD6DB}">
      <dsp:nvSpPr>
        <dsp:cNvPr id="0" name=""/>
        <dsp:cNvSpPr/>
      </dsp:nvSpPr>
      <dsp:spPr>
        <a:xfrm>
          <a:off x="0" y="1384035"/>
          <a:ext cx="7137778" cy="0"/>
        </a:xfrm>
        <a:prstGeom prst="line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7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F71F29-0798-B84E-9EEB-65DF86425203}">
      <dsp:nvSpPr>
        <dsp:cNvPr id="0" name=""/>
        <dsp:cNvSpPr/>
      </dsp:nvSpPr>
      <dsp:spPr>
        <a:xfrm>
          <a:off x="0" y="1384035"/>
          <a:ext cx="7137778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🤖 LLM: Large Language Model</a:t>
          </a:r>
        </a:p>
      </dsp:txBody>
      <dsp:txXfrm>
        <a:off x="0" y="1384035"/>
        <a:ext cx="7137778" cy="1384035"/>
      </dsp:txXfrm>
    </dsp:sp>
    <dsp:sp modelId="{01E4C629-EB4E-0A4D-BEA1-8DB264778881}">
      <dsp:nvSpPr>
        <dsp:cNvPr id="0" name=""/>
        <dsp:cNvSpPr/>
      </dsp:nvSpPr>
      <dsp:spPr>
        <a:xfrm>
          <a:off x="0" y="2768070"/>
          <a:ext cx="7137778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D29A61-A03E-1F40-8828-3801BA355A50}">
      <dsp:nvSpPr>
        <dsp:cNvPr id="0" name=""/>
        <dsp:cNvSpPr/>
      </dsp:nvSpPr>
      <dsp:spPr>
        <a:xfrm>
          <a:off x="0" y="2768070"/>
          <a:ext cx="7137778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🎨 Generative AI: Creates new content</a:t>
          </a:r>
        </a:p>
      </dsp:txBody>
      <dsp:txXfrm>
        <a:off x="0" y="2768070"/>
        <a:ext cx="7137778" cy="1384035"/>
      </dsp:txXfrm>
    </dsp:sp>
    <dsp:sp modelId="{CABA225D-359F-A144-98EB-2DF5A058A3FB}">
      <dsp:nvSpPr>
        <dsp:cNvPr id="0" name=""/>
        <dsp:cNvSpPr/>
      </dsp:nvSpPr>
      <dsp:spPr>
        <a:xfrm>
          <a:off x="0" y="4152105"/>
          <a:ext cx="7137778" cy="0"/>
        </a:xfrm>
        <a:prstGeom prst="line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38C04B-6DEA-B449-A8F7-4414B256C7FE}">
      <dsp:nvSpPr>
        <dsp:cNvPr id="0" name=""/>
        <dsp:cNvSpPr/>
      </dsp:nvSpPr>
      <dsp:spPr>
        <a:xfrm>
          <a:off x="0" y="4152105"/>
          <a:ext cx="7137778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🧩 Context: Background info shaping outputs</a:t>
          </a:r>
        </a:p>
      </dsp:txBody>
      <dsp:txXfrm>
        <a:off x="0" y="4152105"/>
        <a:ext cx="7137778" cy="13840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A10F49-C394-234B-BDD6-9D518C7E7A60}">
      <dsp:nvSpPr>
        <dsp:cNvPr id="0" name=""/>
        <dsp:cNvSpPr/>
      </dsp:nvSpPr>
      <dsp:spPr>
        <a:xfrm>
          <a:off x="0" y="90917"/>
          <a:ext cx="5745589" cy="90250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⚖️ Law: 'Summarize a legal case in 3 points'</a:t>
          </a:r>
        </a:p>
      </dsp:txBody>
      <dsp:txXfrm>
        <a:off x="44057" y="134974"/>
        <a:ext cx="5657475" cy="814394"/>
      </dsp:txXfrm>
    </dsp:sp>
    <dsp:sp modelId="{CA610AF8-19B4-C84C-BD6E-17CA4309160C}">
      <dsp:nvSpPr>
        <dsp:cNvPr id="0" name=""/>
        <dsp:cNvSpPr/>
      </dsp:nvSpPr>
      <dsp:spPr>
        <a:xfrm>
          <a:off x="0" y="1056785"/>
          <a:ext cx="5745589" cy="902508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🧑‍⚕️ Medicine: 'List diagnoses in plain terms'</a:t>
          </a:r>
        </a:p>
      </dsp:txBody>
      <dsp:txXfrm>
        <a:off x="44057" y="1100842"/>
        <a:ext cx="5657475" cy="814394"/>
      </dsp:txXfrm>
    </dsp:sp>
    <dsp:sp modelId="{197BE7BD-AA88-A649-9F46-D37C1D072FF8}">
      <dsp:nvSpPr>
        <dsp:cNvPr id="0" name=""/>
        <dsp:cNvSpPr/>
      </dsp:nvSpPr>
      <dsp:spPr>
        <a:xfrm>
          <a:off x="0" y="2022654"/>
          <a:ext cx="5745589" cy="902508"/>
        </a:xfrm>
        <a:prstGeom prst="round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🔌 Engineering: 'Explain how a circuit breaker works simply'</a:t>
          </a:r>
        </a:p>
      </dsp:txBody>
      <dsp:txXfrm>
        <a:off x="44057" y="2066711"/>
        <a:ext cx="5657475" cy="814394"/>
      </dsp:txXfrm>
    </dsp:sp>
    <dsp:sp modelId="{C7C4ED99-73D2-CF48-B266-C9F72EF571DD}">
      <dsp:nvSpPr>
        <dsp:cNvPr id="0" name=""/>
        <dsp:cNvSpPr/>
      </dsp:nvSpPr>
      <dsp:spPr>
        <a:xfrm>
          <a:off x="0" y="2988523"/>
          <a:ext cx="5745589" cy="902508"/>
        </a:xfrm>
        <a:prstGeom prst="roundRect">
          <a:avLst/>
        </a:prstGeom>
        <a:solidFill>
          <a:schemeClr val="accent2">
            <a:hueOff val="3511140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📊 Business: 'Draft a renewable energy market analysis'</a:t>
          </a:r>
        </a:p>
      </dsp:txBody>
      <dsp:txXfrm>
        <a:off x="44057" y="3032580"/>
        <a:ext cx="5657475" cy="814394"/>
      </dsp:txXfrm>
    </dsp:sp>
    <dsp:sp modelId="{21FD801D-F30D-0846-88B2-169AB43CAC3D}">
      <dsp:nvSpPr>
        <dsp:cNvPr id="0" name=""/>
        <dsp:cNvSpPr/>
      </dsp:nvSpPr>
      <dsp:spPr>
        <a:xfrm>
          <a:off x="0" y="3954392"/>
          <a:ext cx="5745589" cy="902508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📜 Literature: 'Write a Shakespearean sonnet about autumn'</a:t>
          </a:r>
        </a:p>
      </dsp:txBody>
      <dsp:txXfrm>
        <a:off x="44057" y="3998449"/>
        <a:ext cx="5657475" cy="81439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2BFAE1-EA97-1A49-9331-89C7EBFC563E}">
      <dsp:nvSpPr>
        <dsp:cNvPr id="0" name=""/>
        <dsp:cNvSpPr/>
      </dsp:nvSpPr>
      <dsp:spPr>
        <a:xfrm>
          <a:off x="0" y="287539"/>
          <a:ext cx="5114159" cy="13922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✨ Step 1: Vague prompt → output</a:t>
          </a:r>
        </a:p>
      </dsp:txBody>
      <dsp:txXfrm>
        <a:off x="67966" y="355505"/>
        <a:ext cx="4978227" cy="1256367"/>
      </dsp:txXfrm>
    </dsp:sp>
    <dsp:sp modelId="{9B8707FD-3ACA-4749-9266-76980E1A9D4E}">
      <dsp:nvSpPr>
        <dsp:cNvPr id="0" name=""/>
        <dsp:cNvSpPr/>
      </dsp:nvSpPr>
      <dsp:spPr>
        <a:xfrm>
          <a:off x="0" y="1777759"/>
          <a:ext cx="5114159" cy="1392299"/>
        </a:xfrm>
        <a:prstGeom prst="round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✨ Step 2: Refined prompt → improved output</a:t>
          </a:r>
        </a:p>
      </dsp:txBody>
      <dsp:txXfrm>
        <a:off x="67966" y="1845725"/>
        <a:ext cx="4978227" cy="1256367"/>
      </dsp:txXfrm>
    </dsp:sp>
    <dsp:sp modelId="{8C2F8A75-7684-5846-A75C-4E217DE156DE}">
      <dsp:nvSpPr>
        <dsp:cNvPr id="0" name=""/>
        <dsp:cNvSpPr/>
      </dsp:nvSpPr>
      <dsp:spPr>
        <a:xfrm>
          <a:off x="0" y="3267978"/>
          <a:ext cx="5114159" cy="1392299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✨ Compare clarity and depth</a:t>
          </a:r>
        </a:p>
      </dsp:txBody>
      <dsp:txXfrm>
        <a:off x="67966" y="3335944"/>
        <a:ext cx="4978227" cy="125636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6F5BDC-05B0-CF48-B6A0-F4F0A7C22077}">
      <dsp:nvSpPr>
        <dsp:cNvPr id="0" name=""/>
        <dsp:cNvSpPr/>
      </dsp:nvSpPr>
      <dsp:spPr>
        <a:xfrm>
          <a:off x="0" y="670297"/>
          <a:ext cx="5027890" cy="114864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✅ Prompt = input</a:t>
          </a:r>
        </a:p>
      </dsp:txBody>
      <dsp:txXfrm>
        <a:off x="56072" y="726369"/>
        <a:ext cx="4915746" cy="1036503"/>
      </dsp:txXfrm>
    </dsp:sp>
    <dsp:sp modelId="{7CAF01F3-B12D-8648-A878-CF1658AA04ED}">
      <dsp:nvSpPr>
        <dsp:cNvPr id="0" name=""/>
        <dsp:cNvSpPr/>
      </dsp:nvSpPr>
      <dsp:spPr>
        <a:xfrm>
          <a:off x="0" y="1899585"/>
          <a:ext cx="5027890" cy="1148647"/>
        </a:xfrm>
        <a:prstGeom prst="round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✅ Prompt engineering = better inputs for better outputs</a:t>
          </a:r>
        </a:p>
      </dsp:txBody>
      <dsp:txXfrm>
        <a:off x="56072" y="1955657"/>
        <a:ext cx="4915746" cy="1036503"/>
      </dsp:txXfrm>
    </dsp:sp>
    <dsp:sp modelId="{86655ECF-4269-EE42-9B23-C649ED9C1475}">
      <dsp:nvSpPr>
        <dsp:cNvPr id="0" name=""/>
        <dsp:cNvSpPr/>
      </dsp:nvSpPr>
      <dsp:spPr>
        <a:xfrm>
          <a:off x="0" y="3128872"/>
          <a:ext cx="5027890" cy="1148647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✅ Works across disciplines</a:t>
          </a:r>
        </a:p>
      </dsp:txBody>
      <dsp:txXfrm>
        <a:off x="56072" y="3184944"/>
        <a:ext cx="4915746" cy="103650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9D1BDB-915F-47D5-A4A2-AF39A98815C3}">
      <dsp:nvSpPr>
        <dsp:cNvPr id="0" name=""/>
        <dsp:cNvSpPr/>
      </dsp:nvSpPr>
      <dsp:spPr>
        <a:xfrm>
          <a:off x="717241" y="45390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CF1BE0-45E4-45F9-9EDD-BEB0CFF7BBC7}">
      <dsp:nvSpPr>
        <dsp:cNvPr id="0" name=""/>
        <dsp:cNvSpPr/>
      </dsp:nvSpPr>
      <dsp:spPr>
        <a:xfrm>
          <a:off x="1134053" y="870715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EA90FE-8861-4BE2-91B4-30992B7B7829}">
      <dsp:nvSpPr>
        <dsp:cNvPr id="0" name=""/>
        <dsp:cNvSpPr/>
      </dsp:nvSpPr>
      <dsp:spPr>
        <a:xfrm>
          <a:off x="92022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🔎 Google: Retrieves documents</a:t>
          </a:r>
        </a:p>
      </dsp:txBody>
      <dsp:txXfrm>
        <a:off x="92022" y="3018902"/>
        <a:ext cx="3206250" cy="720000"/>
      </dsp:txXfrm>
    </dsp:sp>
    <dsp:sp modelId="{EA34875A-DC06-410B-9E75-EB01F53C2A9D}">
      <dsp:nvSpPr>
        <dsp:cNvPr id="0" name=""/>
        <dsp:cNvSpPr/>
      </dsp:nvSpPr>
      <dsp:spPr>
        <a:xfrm>
          <a:off x="4484585" y="453902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D95C1F-70C7-472F-88FE-B4083B8C7765}">
      <dsp:nvSpPr>
        <dsp:cNvPr id="0" name=""/>
        <dsp:cNvSpPr/>
      </dsp:nvSpPr>
      <dsp:spPr>
        <a:xfrm>
          <a:off x="4901397" y="870715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BDF788-08D5-4934-86E5-FD91DD02A0E3}">
      <dsp:nvSpPr>
        <dsp:cNvPr id="0" name=""/>
        <dsp:cNvSpPr/>
      </dsp:nvSpPr>
      <dsp:spPr>
        <a:xfrm>
          <a:off x="3859366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🤖 LLM: Generates new content</a:t>
          </a:r>
        </a:p>
      </dsp:txBody>
      <dsp:txXfrm>
        <a:off x="3859366" y="3018902"/>
        <a:ext cx="3206250" cy="720000"/>
      </dsp:txXfrm>
    </dsp:sp>
    <dsp:sp modelId="{F2761E3F-8B37-4DC4-AF61-88374B89CBF0}">
      <dsp:nvSpPr>
        <dsp:cNvPr id="0" name=""/>
        <dsp:cNvSpPr/>
      </dsp:nvSpPr>
      <dsp:spPr>
        <a:xfrm>
          <a:off x="8251929" y="453902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899D8B-8CB0-4F3D-B6D7-ED2F9ABC6B8C}">
      <dsp:nvSpPr>
        <dsp:cNvPr id="0" name=""/>
        <dsp:cNvSpPr/>
      </dsp:nvSpPr>
      <dsp:spPr>
        <a:xfrm>
          <a:off x="8668741" y="870715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A00EE4-23CB-4828-8A3D-2956003B187D}">
      <dsp:nvSpPr>
        <dsp:cNvPr id="0" name=""/>
        <dsp:cNvSpPr/>
      </dsp:nvSpPr>
      <dsp:spPr>
        <a:xfrm>
          <a:off x="7626710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💡 Retrieval vs Generation</a:t>
          </a:r>
        </a:p>
      </dsp:txBody>
      <dsp:txXfrm>
        <a:off x="7626710" y="3018902"/>
        <a:ext cx="3206250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CFCE0B-DE1B-FB4E-A172-915BF8054285}">
      <dsp:nvSpPr>
        <dsp:cNvPr id="0" name=""/>
        <dsp:cNvSpPr/>
      </dsp:nvSpPr>
      <dsp:spPr>
        <a:xfrm>
          <a:off x="681287" y="0"/>
          <a:ext cx="5536141" cy="5536141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1FCF61-C6CD-BB4E-AA2A-B391947BD1EF}">
      <dsp:nvSpPr>
        <dsp:cNvPr id="0" name=""/>
        <dsp:cNvSpPr/>
      </dsp:nvSpPr>
      <dsp:spPr>
        <a:xfrm>
          <a:off x="1207220" y="525933"/>
          <a:ext cx="2159094" cy="215909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🧠 AI predicts patterns, not 'truth'</a:t>
          </a:r>
        </a:p>
      </dsp:txBody>
      <dsp:txXfrm>
        <a:off x="1312618" y="631331"/>
        <a:ext cx="1948298" cy="1948298"/>
      </dsp:txXfrm>
    </dsp:sp>
    <dsp:sp modelId="{83193450-0567-FB46-A441-994E60411F5D}">
      <dsp:nvSpPr>
        <dsp:cNvPr id="0" name=""/>
        <dsp:cNvSpPr/>
      </dsp:nvSpPr>
      <dsp:spPr>
        <a:xfrm>
          <a:off x="3532399" y="525933"/>
          <a:ext cx="2159094" cy="215909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📊 Prompts focus AI like a lens</a:t>
          </a:r>
        </a:p>
      </dsp:txBody>
      <dsp:txXfrm>
        <a:off x="3637797" y="631331"/>
        <a:ext cx="1948298" cy="1948298"/>
      </dsp:txXfrm>
    </dsp:sp>
    <dsp:sp modelId="{8BBEC254-9B8F-4044-BF03-C0BCF3B09AD5}">
      <dsp:nvSpPr>
        <dsp:cNvPr id="0" name=""/>
        <dsp:cNvSpPr/>
      </dsp:nvSpPr>
      <dsp:spPr>
        <a:xfrm>
          <a:off x="1207220" y="2851112"/>
          <a:ext cx="2159094" cy="215909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🔍 Weak prompts = vague answers</a:t>
          </a:r>
        </a:p>
      </dsp:txBody>
      <dsp:txXfrm>
        <a:off x="1312618" y="2956510"/>
        <a:ext cx="1948298" cy="1948298"/>
      </dsp:txXfrm>
    </dsp:sp>
    <dsp:sp modelId="{A0A8E18B-78BB-7540-ADAB-FAAF01F435D8}">
      <dsp:nvSpPr>
        <dsp:cNvPr id="0" name=""/>
        <dsp:cNvSpPr/>
      </dsp:nvSpPr>
      <dsp:spPr>
        <a:xfrm>
          <a:off x="3532399" y="2851112"/>
          <a:ext cx="2159094" cy="215909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🌟 Strong prompts = precise responses</a:t>
          </a:r>
        </a:p>
      </dsp:txBody>
      <dsp:txXfrm>
        <a:off x="3637797" y="2956510"/>
        <a:ext cx="1948298" cy="194829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C2027A-9F00-B94D-98CC-2054FF85DCBF}">
      <dsp:nvSpPr>
        <dsp:cNvPr id="0" name=""/>
        <dsp:cNvSpPr/>
      </dsp:nvSpPr>
      <dsp:spPr>
        <a:xfrm>
          <a:off x="3703308" y="298684"/>
          <a:ext cx="1523174" cy="1523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990" tIns="46990" rIns="46990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Output</a:t>
          </a:r>
        </a:p>
      </dsp:txBody>
      <dsp:txXfrm>
        <a:off x="3703308" y="298684"/>
        <a:ext cx="1523174" cy="1523174"/>
      </dsp:txXfrm>
    </dsp:sp>
    <dsp:sp modelId="{10EA1E72-ED4C-9544-96A7-12AC4B914543}">
      <dsp:nvSpPr>
        <dsp:cNvPr id="0" name=""/>
        <dsp:cNvSpPr/>
      </dsp:nvSpPr>
      <dsp:spPr>
        <a:xfrm>
          <a:off x="1381290" y="-1529"/>
          <a:ext cx="3603667" cy="3603667"/>
        </a:xfrm>
        <a:prstGeom prst="circularArrow">
          <a:avLst>
            <a:gd name="adj1" fmla="val 8242"/>
            <a:gd name="adj2" fmla="val 575578"/>
            <a:gd name="adj3" fmla="val 2966323"/>
            <a:gd name="adj4" fmla="val 50069"/>
            <a:gd name="adj5" fmla="val 9616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76856F-057C-0749-8B09-D316CC0D9865}">
      <dsp:nvSpPr>
        <dsp:cNvPr id="0" name=""/>
        <dsp:cNvSpPr/>
      </dsp:nvSpPr>
      <dsp:spPr>
        <a:xfrm>
          <a:off x="2421536" y="2518779"/>
          <a:ext cx="1523174" cy="1523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990" tIns="46990" rIns="46990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Refine </a:t>
          </a:r>
        </a:p>
      </dsp:txBody>
      <dsp:txXfrm>
        <a:off x="2421536" y="2518779"/>
        <a:ext cx="1523174" cy="1523174"/>
      </dsp:txXfrm>
    </dsp:sp>
    <dsp:sp modelId="{C06F55BA-F213-2A41-97CD-2E03C3229581}">
      <dsp:nvSpPr>
        <dsp:cNvPr id="0" name=""/>
        <dsp:cNvSpPr/>
      </dsp:nvSpPr>
      <dsp:spPr>
        <a:xfrm>
          <a:off x="1381290" y="-1529"/>
          <a:ext cx="3603667" cy="3603667"/>
        </a:xfrm>
        <a:prstGeom prst="circularArrow">
          <a:avLst>
            <a:gd name="adj1" fmla="val 8242"/>
            <a:gd name="adj2" fmla="val 575578"/>
            <a:gd name="adj3" fmla="val 10174353"/>
            <a:gd name="adj4" fmla="val 7258099"/>
            <a:gd name="adj5" fmla="val 9616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040AAD-3F8A-B74E-A90A-384B0E6EF8FF}">
      <dsp:nvSpPr>
        <dsp:cNvPr id="0" name=""/>
        <dsp:cNvSpPr/>
      </dsp:nvSpPr>
      <dsp:spPr>
        <a:xfrm>
          <a:off x="1139764" y="298684"/>
          <a:ext cx="1523174" cy="1523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990" tIns="46990" rIns="46990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Prompt</a:t>
          </a:r>
        </a:p>
      </dsp:txBody>
      <dsp:txXfrm>
        <a:off x="1139764" y="298684"/>
        <a:ext cx="1523174" cy="1523174"/>
      </dsp:txXfrm>
    </dsp:sp>
    <dsp:sp modelId="{577F7AA4-563B-574E-BA5B-1B8CF91883F5}">
      <dsp:nvSpPr>
        <dsp:cNvPr id="0" name=""/>
        <dsp:cNvSpPr/>
      </dsp:nvSpPr>
      <dsp:spPr>
        <a:xfrm>
          <a:off x="1381290" y="-1529"/>
          <a:ext cx="3603667" cy="3603667"/>
        </a:xfrm>
        <a:prstGeom prst="circularArrow">
          <a:avLst>
            <a:gd name="adj1" fmla="val 8242"/>
            <a:gd name="adj2" fmla="val 575578"/>
            <a:gd name="adj3" fmla="val 16859025"/>
            <a:gd name="adj4" fmla="val 14965397"/>
            <a:gd name="adj5" fmla="val 9616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58BEA1-2ACB-4ED8-888A-14007793A59C}">
      <dsp:nvSpPr>
        <dsp:cNvPr id="0" name=""/>
        <dsp:cNvSpPr/>
      </dsp:nvSpPr>
      <dsp:spPr>
        <a:xfrm>
          <a:off x="971998" y="986758"/>
          <a:ext cx="1264088" cy="126408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F792DC-3ACF-4A8F-B22E-376C99910E2D}">
      <dsp:nvSpPr>
        <dsp:cNvPr id="0" name=""/>
        <dsp:cNvSpPr/>
      </dsp:nvSpPr>
      <dsp:spPr>
        <a:xfrm>
          <a:off x="1241394" y="1256154"/>
          <a:ext cx="725296" cy="7252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6E967A-C9AD-4E02-8DA0-98A14984F1EB}">
      <dsp:nvSpPr>
        <dsp:cNvPr id="0" name=""/>
        <dsp:cNvSpPr/>
      </dsp:nvSpPr>
      <dsp:spPr>
        <a:xfrm>
          <a:off x="567904" y="2644579"/>
          <a:ext cx="20722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📝 Writing: Essays, reports</a:t>
          </a:r>
        </a:p>
      </dsp:txBody>
      <dsp:txXfrm>
        <a:off x="567904" y="2644579"/>
        <a:ext cx="2072276" cy="720000"/>
      </dsp:txXfrm>
    </dsp:sp>
    <dsp:sp modelId="{D657F071-D293-4500-B1AD-12C9DFEBB100}">
      <dsp:nvSpPr>
        <dsp:cNvPr id="0" name=""/>
        <dsp:cNvSpPr/>
      </dsp:nvSpPr>
      <dsp:spPr>
        <a:xfrm>
          <a:off x="3406923" y="986758"/>
          <a:ext cx="1264088" cy="126408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460792-10DF-42A6-A7E3-6351D86A1F3C}">
      <dsp:nvSpPr>
        <dsp:cNvPr id="0" name=""/>
        <dsp:cNvSpPr/>
      </dsp:nvSpPr>
      <dsp:spPr>
        <a:xfrm>
          <a:off x="3676319" y="1256154"/>
          <a:ext cx="725296" cy="7252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1C1317-3919-49B4-ABAF-6295350FF3C9}">
      <dsp:nvSpPr>
        <dsp:cNvPr id="0" name=""/>
        <dsp:cNvSpPr/>
      </dsp:nvSpPr>
      <dsp:spPr>
        <a:xfrm>
          <a:off x="3002829" y="2644579"/>
          <a:ext cx="20722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📧 Productivity: Emails, meeting notes</a:t>
          </a:r>
        </a:p>
      </dsp:txBody>
      <dsp:txXfrm>
        <a:off x="3002829" y="2644579"/>
        <a:ext cx="2072276" cy="720000"/>
      </dsp:txXfrm>
    </dsp:sp>
    <dsp:sp modelId="{1B63297C-B86C-494E-B664-475C82883BD1}">
      <dsp:nvSpPr>
        <dsp:cNvPr id="0" name=""/>
        <dsp:cNvSpPr/>
      </dsp:nvSpPr>
      <dsp:spPr>
        <a:xfrm>
          <a:off x="5841849" y="986758"/>
          <a:ext cx="1264088" cy="126408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BB9ECC-D7AC-421A-A40A-7FCEE55FB241}">
      <dsp:nvSpPr>
        <dsp:cNvPr id="0" name=""/>
        <dsp:cNvSpPr/>
      </dsp:nvSpPr>
      <dsp:spPr>
        <a:xfrm>
          <a:off x="6111245" y="1256154"/>
          <a:ext cx="725296" cy="7252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50D652-C269-4AFA-890F-7CBB0DE27B25}">
      <dsp:nvSpPr>
        <dsp:cNvPr id="0" name=""/>
        <dsp:cNvSpPr/>
      </dsp:nvSpPr>
      <dsp:spPr>
        <a:xfrm>
          <a:off x="5437755" y="2644579"/>
          <a:ext cx="20722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📚 Learning: Simplify concepts, quizzes</a:t>
          </a:r>
        </a:p>
      </dsp:txBody>
      <dsp:txXfrm>
        <a:off x="5437755" y="2644579"/>
        <a:ext cx="2072276" cy="720000"/>
      </dsp:txXfrm>
    </dsp:sp>
    <dsp:sp modelId="{57C781B9-0584-427C-8E90-07BD50387C70}">
      <dsp:nvSpPr>
        <dsp:cNvPr id="0" name=""/>
        <dsp:cNvSpPr/>
      </dsp:nvSpPr>
      <dsp:spPr>
        <a:xfrm>
          <a:off x="8276774" y="986758"/>
          <a:ext cx="1264088" cy="126408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01B7F1-0E93-45EF-AB1A-4859C7D4451E}">
      <dsp:nvSpPr>
        <dsp:cNvPr id="0" name=""/>
        <dsp:cNvSpPr/>
      </dsp:nvSpPr>
      <dsp:spPr>
        <a:xfrm>
          <a:off x="8546170" y="1256154"/>
          <a:ext cx="725296" cy="7252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2CE828-DFDD-42EF-A253-EB3D941FF21D}">
      <dsp:nvSpPr>
        <dsp:cNvPr id="0" name=""/>
        <dsp:cNvSpPr/>
      </dsp:nvSpPr>
      <dsp:spPr>
        <a:xfrm>
          <a:off x="7872680" y="2644579"/>
          <a:ext cx="20722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🔬 Research: Summaries, hypotheses</a:t>
          </a:r>
        </a:p>
      </dsp:txBody>
      <dsp:txXfrm>
        <a:off x="7872680" y="2644579"/>
        <a:ext cx="2072276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D6FFA3-4C3A-9D44-824E-A55C01D4A92E}">
      <dsp:nvSpPr>
        <dsp:cNvPr id="0" name=""/>
        <dsp:cNvSpPr/>
      </dsp:nvSpPr>
      <dsp:spPr>
        <a:xfrm>
          <a:off x="3364115" y="2177"/>
          <a:ext cx="3784630" cy="104746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🌟 Prompt engineering = future skill</a:t>
          </a:r>
        </a:p>
      </dsp:txBody>
      <dsp:txXfrm>
        <a:off x="3415248" y="53310"/>
        <a:ext cx="3682364" cy="945199"/>
      </dsp:txXfrm>
    </dsp:sp>
    <dsp:sp modelId="{D14D9611-5BF8-814F-A54A-E18CEB48BC7C}">
      <dsp:nvSpPr>
        <dsp:cNvPr id="0" name=""/>
        <dsp:cNvSpPr/>
      </dsp:nvSpPr>
      <dsp:spPr>
        <a:xfrm>
          <a:off x="3364115" y="1102016"/>
          <a:ext cx="3784630" cy="1047465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👨‍💻 No coding required</a:t>
          </a:r>
        </a:p>
      </dsp:txBody>
      <dsp:txXfrm>
        <a:off x="3415248" y="1153149"/>
        <a:ext cx="3682364" cy="945199"/>
      </dsp:txXfrm>
    </dsp:sp>
    <dsp:sp modelId="{3C8EFBE1-20FC-7541-85F4-D4F750A6CF19}">
      <dsp:nvSpPr>
        <dsp:cNvPr id="0" name=""/>
        <dsp:cNvSpPr/>
      </dsp:nvSpPr>
      <dsp:spPr>
        <a:xfrm>
          <a:off x="3364115" y="2201855"/>
          <a:ext cx="3784630" cy="1047465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📈 Improves communication with AI</a:t>
          </a:r>
        </a:p>
      </dsp:txBody>
      <dsp:txXfrm>
        <a:off x="3415248" y="2252988"/>
        <a:ext cx="3682364" cy="945199"/>
      </dsp:txXfrm>
    </dsp:sp>
    <dsp:sp modelId="{EFF8CDF8-FC86-874F-B7A1-28DFF23F56D3}">
      <dsp:nvSpPr>
        <dsp:cNvPr id="0" name=""/>
        <dsp:cNvSpPr/>
      </dsp:nvSpPr>
      <dsp:spPr>
        <a:xfrm>
          <a:off x="3364115" y="3301694"/>
          <a:ext cx="3784630" cy="1047465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➡️ Next: How LLMs work</a:t>
          </a:r>
        </a:p>
      </dsp:txBody>
      <dsp:txXfrm>
        <a:off x="3415248" y="3352827"/>
        <a:ext cx="3682364" cy="94519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C2001E-EA70-4C4D-8DE4-799385FCF0F5}">
      <dsp:nvSpPr>
        <dsp:cNvPr id="0" name=""/>
        <dsp:cNvSpPr/>
      </dsp:nvSpPr>
      <dsp:spPr>
        <a:xfrm>
          <a:off x="1746431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331660-1311-4920-96D7-416ECAD6011B}">
      <dsp:nvSpPr>
        <dsp:cNvPr id="0" name=""/>
        <dsp:cNvSpPr/>
      </dsp:nvSpPr>
      <dsp:spPr>
        <a:xfrm>
          <a:off x="558431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➡️ Week 2: How Large Language Models Work (Non-technical Overview)</a:t>
          </a:r>
        </a:p>
      </dsp:txBody>
      <dsp:txXfrm>
        <a:off x="558431" y="3022743"/>
        <a:ext cx="4320000" cy="720000"/>
      </dsp:txXfrm>
    </dsp:sp>
    <dsp:sp modelId="{C65FB824-1A9E-42EF-8EC1-2E3997724F3D}">
      <dsp:nvSpPr>
        <dsp:cNvPr id="0" name=""/>
        <dsp:cNvSpPr/>
      </dsp:nvSpPr>
      <dsp:spPr>
        <a:xfrm>
          <a:off x="6822431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3BFC24-CDCF-4324-86E4-39B5CDDFFCEF}">
      <dsp:nvSpPr>
        <dsp:cNvPr id="0" name=""/>
        <dsp:cNvSpPr/>
      </dsp:nvSpPr>
      <dsp:spPr>
        <a:xfrm>
          <a:off x="5634431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📌 Topics: Tokens, embeddings, training, context windows</a:t>
          </a:r>
        </a:p>
      </dsp:txBody>
      <dsp:txXfrm>
        <a:off x="5634431" y="3022743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759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yourself, the course outline, and emphasize this course is designed for all disciplines.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the course is interdisciplinary, structure of weekly sessions, and practical orientation.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roadmap of weeks 1–14. Emphasize the logical flow from fundamentals to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core learning outcomes. Stress that these are transferable skills across disciplines.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Clarify grading scheme. Emphasize that portfolio is central and quizzes are low-stakes.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 through each objective. Reassure students from non-technical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“What do you think this means in the context of AI and prompts?”</a:t>
            </a:r>
            <a:endParaRPr lang="en-T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T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“In this course, you’ll learn that the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quality of your prompts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—the questions you ask the AI—directly determines the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quality of the answers you’ll get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Just like in real life: good questions invite good answers.”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“Better Questions → Better Prompts → Better Answers”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b="1" dirty="0"/>
              <a:t>Interactive mini-demo:</a:t>
            </a:r>
            <a:endParaRPr lang="en-US" dirty="0"/>
          </a:p>
          <a:p>
            <a:r>
              <a:rPr lang="en-US" dirty="0"/>
              <a:t>Give ChatGPT (or another model) a vague question like: </a:t>
            </a:r>
            <a:r>
              <a:rPr lang="en-US" i="1" dirty="0"/>
              <a:t>“Tell me about animals.”</a:t>
            </a:r>
            <a:endParaRPr lang="en-US" dirty="0"/>
          </a:p>
          <a:p>
            <a:r>
              <a:rPr lang="en-US" dirty="0"/>
              <a:t>Then show a more precise prompt: </a:t>
            </a:r>
            <a:r>
              <a:rPr lang="en-US" i="1" dirty="0"/>
              <a:t>“Explain the differences between mammals and reptiles in simple terms for a 10-year-old.”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80923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prompts using analogy. Show vague vs specific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Emphasize prompt engineering as a literacy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cross-disciplinary value. Invite examples from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Define terms simply. Use analogies (LLM = autocomplete on steroids).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Engage by asking students which resonates with their field.</a:t>
            </a:r>
            <a:endParaRPr lang="tr-TR" dirty="0"/>
          </a:p>
          <a:p>
            <a:endParaRPr lang="en-TR" dirty="0"/>
          </a:p>
          <a:p>
            <a:r>
              <a:rPr lang="en-TR" dirty="0"/>
              <a:t>WE STOPPED HERE.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Show contrast, live demo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Run demo with AI if available. Discuss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core lessons. Keep concise.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difference between search and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analogy: blurry vs clear photograph.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C2D20-0A22-FBE0-E458-F99BA5DA1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468519-8B16-E350-3244-B8EF41A7D8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BD1EA6-EC0C-428E-B5F8-21AD1756D2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difference between search and generation.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82FA5-7BAA-C43E-AE2D-670A603D6F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393689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iteration. Encourage trial-and-error.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7A4C2-BF97-FDFB-0321-B02285F49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5CEB54-9925-1DF6-C17F-C2CBA2E520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F3534-C964-8A81-B3B8-7D853F3331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Demonstrate iteration. Encourage trial-and-error.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2410E-7571-1D4D-B940-D281E035F2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253148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Ask students which use they find most valuable.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Engage students actively. Discuss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Encourage sharing. Validate responses.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and transition to next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Build curiosity for next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6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7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88823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88825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1468" y="-2652339"/>
            <a:ext cx="6858001" cy="12162678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3175" y="0"/>
            <a:ext cx="6094414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12179697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455" y="4049"/>
            <a:ext cx="1021391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6165" y="1030406"/>
            <a:ext cx="8145591" cy="3081242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Week 1: Introduction to Prompt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9536" y="5171093"/>
            <a:ext cx="9076264" cy="8606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>
                <a:solidFill>
                  <a:srgbClr val="FFFFFF"/>
                </a:solidFill>
              </a:rPr>
              <a:t>Lecturer: Dr. Mehmet Ali Akyol</a:t>
            </a:r>
          </a:p>
          <a:p>
            <a:pPr>
              <a:lnSpc>
                <a:spcPct val="90000"/>
              </a:lnSpc>
            </a:pPr>
            <a:r>
              <a:rPr lang="en-US" sz="2500">
                <a:solidFill>
                  <a:srgbClr val="FFFFFF"/>
                </a:solidFill>
              </a:rPr>
              <a:t>Course: Prompt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476" y="554152"/>
            <a:ext cx="5740693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4747" y="1289765"/>
            <a:ext cx="3650150" cy="4270963"/>
          </a:xfrm>
        </p:spPr>
        <p:txBody>
          <a:bodyPr anchor="ctr">
            <a:normAutofit/>
          </a:bodyPr>
          <a:lstStyle/>
          <a:p>
            <a:pPr>
              <a:defRPr sz="3800" b="1">
                <a:solidFill>
                  <a:srgbClr val="0066CC"/>
                </a:solidFill>
              </a:defRPr>
            </a:pPr>
            <a:r>
              <a:rPr lang="en-US" sz="5500">
                <a:solidFill>
                  <a:srgbClr val="FFFFFF"/>
                </a:solidFill>
              </a:rPr>
              <a:t>Course Overview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200" y="374394"/>
            <a:ext cx="171470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9965" y="1084507"/>
            <a:ext cx="157504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Content Placeholder 2"/>
          <p:cNvSpPr>
            <a:spLocks noGrp="1"/>
          </p:cNvSpPr>
          <p:nvPr>
            <p:ph idx="1"/>
          </p:nvPr>
        </p:nvSpPr>
        <p:spPr>
          <a:xfrm>
            <a:off x="5940168" y="518400"/>
            <a:ext cx="5125789" cy="5837949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sz="2800" dirty="0">
                <a:solidFill>
                  <a:schemeClr val="tx1">
                    <a:alpha val="80000"/>
                  </a:schemeClr>
                </a:solidFill>
              </a:rPr>
              <a:t>🧑‍🏫 Course: Prompt Engineering</a:t>
            </a:r>
          </a:p>
          <a:p>
            <a:pPr>
              <a:defRPr sz="2200"/>
            </a:pPr>
            <a:r>
              <a:rPr sz="2800" dirty="0">
                <a:solidFill>
                  <a:schemeClr val="tx1">
                    <a:alpha val="80000"/>
                  </a:schemeClr>
                </a:solidFill>
              </a:rPr>
              <a:t>🎯 Aim: Equip students with skills to design, refine, and evaluate prompts</a:t>
            </a:r>
          </a:p>
          <a:p>
            <a:pPr>
              <a:defRPr sz="2200"/>
            </a:pPr>
            <a:r>
              <a:rPr sz="2800" dirty="0">
                <a:solidFill>
                  <a:schemeClr val="tx1">
                    <a:alpha val="80000"/>
                  </a:schemeClr>
                </a:solidFill>
              </a:rPr>
              <a:t>🌍 Open to all departments and disciplines</a:t>
            </a: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5131" y="5751820"/>
            <a:ext cx="11239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3144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0714" y="0"/>
            <a:ext cx="4096144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09058" y="-5008456"/>
            <a:ext cx="2170709" cy="12188825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203" y="348865"/>
            <a:ext cx="9715580" cy="1576446"/>
          </a:xfrm>
        </p:spPr>
        <p:txBody>
          <a:bodyPr anchor="ctr">
            <a:normAutofit/>
          </a:bodyPr>
          <a:lstStyle/>
          <a:p>
            <a:pPr>
              <a:defRPr sz="3800" b="1">
                <a:solidFill>
                  <a:srgbClr val="0066CC"/>
                </a:solidFill>
              </a:defRPr>
            </a:pPr>
            <a:r>
              <a:rPr lang="en-US" sz="4000">
                <a:solidFill>
                  <a:srgbClr val="FFFFFF"/>
                </a:solidFill>
              </a:rPr>
              <a:t>Syllabus at a Glance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83E954-ACFD-DEAF-2227-8FB55F2B80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9670911"/>
              </p:ext>
            </p:extLst>
          </p:nvPr>
        </p:nvGraphicFramePr>
        <p:xfrm>
          <a:off x="643888" y="2615979"/>
          <a:ext cx="10924983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0714" y="0"/>
            <a:ext cx="4096144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09058" y="-5008456"/>
            <a:ext cx="2170709" cy="12188825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203" y="348865"/>
            <a:ext cx="9715580" cy="1576446"/>
          </a:xfrm>
        </p:spPr>
        <p:txBody>
          <a:bodyPr anchor="ctr">
            <a:normAutofit/>
          </a:bodyPr>
          <a:lstStyle/>
          <a:p>
            <a:pPr>
              <a:defRPr sz="3800" b="1">
                <a:solidFill>
                  <a:srgbClr val="0066CC"/>
                </a:solidFill>
              </a:defRPr>
            </a:pPr>
            <a:r>
              <a:rPr lang="en-US" sz="4000">
                <a:solidFill>
                  <a:srgbClr val="FFFFFF"/>
                </a:solidFill>
              </a:rPr>
              <a:t>Learning Outcomes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0627CD-7290-FB45-31F7-AEE6495D12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3194538"/>
              </p:ext>
            </p:extLst>
          </p:nvPr>
        </p:nvGraphicFramePr>
        <p:xfrm>
          <a:off x="643888" y="2615979"/>
          <a:ext cx="10924983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8932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1195697"/>
            <a:ext cx="3199567" cy="4238118"/>
          </a:xfrm>
        </p:spPr>
        <p:txBody>
          <a:bodyPr>
            <a:normAutofit/>
          </a:bodyPr>
          <a:lstStyle/>
          <a:p>
            <a:pPr>
              <a:defRPr sz="3800" b="1">
                <a:solidFill>
                  <a:srgbClr val="0066CC"/>
                </a:solidFill>
              </a:defRPr>
            </a:pPr>
            <a:r>
              <a:rPr lang="en-US" sz="3800">
                <a:solidFill>
                  <a:schemeClr val="bg1"/>
                </a:solidFill>
              </a:rPr>
              <a:t>Grading &amp; Evaluation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09754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154" y="4752208"/>
            <a:ext cx="364926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154" y="4752208"/>
            <a:ext cx="364926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8563" y="5539935"/>
            <a:ext cx="974912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A1F808-E98C-E82A-D2FC-4963E697A3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4656906"/>
              </p:ext>
            </p:extLst>
          </p:nvPr>
        </p:nvGraphicFramePr>
        <p:xfrm>
          <a:off x="5482710" y="477540"/>
          <a:ext cx="6299960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4D69E7-0BBA-838F-C443-E4A7F6A6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A95209C-5275-4E15-8EA7-7F42980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lose up image of hands applauding">
            <a:extLst>
              <a:ext uri="{FF2B5EF4-FFF2-40B4-BE49-F238E27FC236}">
                <a16:creationId xmlns:a16="http://schemas.microsoft.com/office/drawing/2014/main" id="{0FEC7DD4-D909-7DB7-A788-DEF091C7455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415" r="-1" b="14271"/>
          <a:stretch>
            <a:fillRect/>
          </a:stretch>
        </p:blipFill>
        <p:spPr>
          <a:xfrm>
            <a:off x="20" y="10"/>
            <a:ext cx="12185756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AC5026-9B52-5A72-C80B-25891AC32781}"/>
              </a:ext>
            </a:extLst>
          </p:cNvPr>
          <p:cNvSpPr txBox="1"/>
          <p:nvPr/>
        </p:nvSpPr>
        <p:spPr>
          <a:xfrm>
            <a:off x="1526650" y="1124712"/>
            <a:ext cx="9141619" cy="25737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5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Introduce yourselves!</a:t>
            </a:r>
            <a:endParaRPr lang="en-US" sz="65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sketchy box">
            <a:extLst>
              <a:ext uri="{FF2B5EF4-FFF2-40B4-BE49-F238E27FC236}">
                <a16:creationId xmlns:a16="http://schemas.microsoft.com/office/drawing/2014/main" id="{4F2ED431-E304-4FF0-9F4E-032783C9D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7981" y="720953"/>
            <a:ext cx="10512862" cy="5416094"/>
          </a:xfrm>
          <a:custGeom>
            <a:avLst/>
            <a:gdLst>
              <a:gd name="connsiteX0" fmla="*/ 0 w 10512862"/>
              <a:gd name="connsiteY0" fmla="*/ 0 h 5416094"/>
              <a:gd name="connsiteX1" fmla="*/ 551925 w 10512862"/>
              <a:gd name="connsiteY1" fmla="*/ 0 h 5416094"/>
              <a:gd name="connsiteX2" fmla="*/ 893593 w 10512862"/>
              <a:gd name="connsiteY2" fmla="*/ 0 h 5416094"/>
              <a:gd name="connsiteX3" fmla="*/ 1760904 w 10512862"/>
              <a:gd name="connsiteY3" fmla="*/ 0 h 5416094"/>
              <a:gd name="connsiteX4" fmla="*/ 2312830 w 10512862"/>
              <a:gd name="connsiteY4" fmla="*/ 0 h 5416094"/>
              <a:gd name="connsiteX5" fmla="*/ 2864755 w 10512862"/>
              <a:gd name="connsiteY5" fmla="*/ 0 h 5416094"/>
              <a:gd name="connsiteX6" fmla="*/ 3732066 w 10512862"/>
              <a:gd name="connsiteY6" fmla="*/ 0 h 5416094"/>
              <a:gd name="connsiteX7" fmla="*/ 4178863 w 10512862"/>
              <a:gd name="connsiteY7" fmla="*/ 0 h 5416094"/>
              <a:gd name="connsiteX8" fmla="*/ 5046174 w 10512862"/>
              <a:gd name="connsiteY8" fmla="*/ 0 h 5416094"/>
              <a:gd name="connsiteX9" fmla="*/ 5913485 w 10512862"/>
              <a:gd name="connsiteY9" fmla="*/ 0 h 5416094"/>
              <a:gd name="connsiteX10" fmla="*/ 6570539 w 10512862"/>
              <a:gd name="connsiteY10" fmla="*/ 0 h 5416094"/>
              <a:gd name="connsiteX11" fmla="*/ 7437850 w 10512862"/>
              <a:gd name="connsiteY11" fmla="*/ 0 h 5416094"/>
              <a:gd name="connsiteX12" fmla="*/ 7989775 w 10512862"/>
              <a:gd name="connsiteY12" fmla="*/ 0 h 5416094"/>
              <a:gd name="connsiteX13" fmla="*/ 8541700 w 10512862"/>
              <a:gd name="connsiteY13" fmla="*/ 0 h 5416094"/>
              <a:gd name="connsiteX14" fmla="*/ 9303883 w 10512862"/>
              <a:gd name="connsiteY14" fmla="*/ 0 h 5416094"/>
              <a:gd name="connsiteX15" fmla="*/ 9855808 w 10512862"/>
              <a:gd name="connsiteY15" fmla="*/ 0 h 5416094"/>
              <a:gd name="connsiteX16" fmla="*/ 10512862 w 10512862"/>
              <a:gd name="connsiteY16" fmla="*/ 0 h 5416094"/>
              <a:gd name="connsiteX17" fmla="*/ 10512862 w 10512862"/>
              <a:gd name="connsiteY17" fmla="*/ 785334 h 5416094"/>
              <a:gd name="connsiteX18" fmla="*/ 10512862 w 10512862"/>
              <a:gd name="connsiteY18" fmla="*/ 1516506 h 5416094"/>
              <a:gd name="connsiteX19" fmla="*/ 10512862 w 10512862"/>
              <a:gd name="connsiteY19" fmla="*/ 2247679 h 5416094"/>
              <a:gd name="connsiteX20" fmla="*/ 10512862 w 10512862"/>
              <a:gd name="connsiteY20" fmla="*/ 2762208 h 5416094"/>
              <a:gd name="connsiteX21" fmla="*/ 10512862 w 10512862"/>
              <a:gd name="connsiteY21" fmla="*/ 3330898 h 5416094"/>
              <a:gd name="connsiteX22" fmla="*/ 10512862 w 10512862"/>
              <a:gd name="connsiteY22" fmla="*/ 4062071 h 5416094"/>
              <a:gd name="connsiteX23" fmla="*/ 10512862 w 10512862"/>
              <a:gd name="connsiteY23" fmla="*/ 4684921 h 5416094"/>
              <a:gd name="connsiteX24" fmla="*/ 10512862 w 10512862"/>
              <a:gd name="connsiteY24" fmla="*/ 5416094 h 5416094"/>
              <a:gd name="connsiteX25" fmla="*/ 9750680 w 10512862"/>
              <a:gd name="connsiteY25" fmla="*/ 5416094 h 5416094"/>
              <a:gd name="connsiteX26" fmla="*/ 9409011 w 10512862"/>
              <a:gd name="connsiteY26" fmla="*/ 5416094 h 5416094"/>
              <a:gd name="connsiteX27" fmla="*/ 8751958 w 10512862"/>
              <a:gd name="connsiteY27" fmla="*/ 5416094 h 5416094"/>
              <a:gd name="connsiteX28" fmla="*/ 8305161 w 10512862"/>
              <a:gd name="connsiteY28" fmla="*/ 5416094 h 5416094"/>
              <a:gd name="connsiteX29" fmla="*/ 7542978 w 10512862"/>
              <a:gd name="connsiteY29" fmla="*/ 5416094 h 5416094"/>
              <a:gd name="connsiteX30" fmla="*/ 7096182 w 10512862"/>
              <a:gd name="connsiteY30" fmla="*/ 5416094 h 5416094"/>
              <a:gd name="connsiteX31" fmla="*/ 6333999 w 10512862"/>
              <a:gd name="connsiteY31" fmla="*/ 5416094 h 5416094"/>
              <a:gd name="connsiteX32" fmla="*/ 5992331 w 10512862"/>
              <a:gd name="connsiteY32" fmla="*/ 5416094 h 5416094"/>
              <a:gd name="connsiteX33" fmla="*/ 5230149 w 10512862"/>
              <a:gd name="connsiteY33" fmla="*/ 5416094 h 5416094"/>
              <a:gd name="connsiteX34" fmla="*/ 4783352 w 10512862"/>
              <a:gd name="connsiteY34" fmla="*/ 5416094 h 5416094"/>
              <a:gd name="connsiteX35" fmla="*/ 4441684 w 10512862"/>
              <a:gd name="connsiteY35" fmla="*/ 5416094 h 5416094"/>
              <a:gd name="connsiteX36" fmla="*/ 3994888 w 10512862"/>
              <a:gd name="connsiteY36" fmla="*/ 5416094 h 5416094"/>
              <a:gd name="connsiteX37" fmla="*/ 3232705 w 10512862"/>
              <a:gd name="connsiteY37" fmla="*/ 5416094 h 5416094"/>
              <a:gd name="connsiteX38" fmla="*/ 2785908 w 10512862"/>
              <a:gd name="connsiteY38" fmla="*/ 5416094 h 5416094"/>
              <a:gd name="connsiteX39" fmla="*/ 2444240 w 10512862"/>
              <a:gd name="connsiteY39" fmla="*/ 5416094 h 5416094"/>
              <a:gd name="connsiteX40" fmla="*/ 1997444 w 10512862"/>
              <a:gd name="connsiteY40" fmla="*/ 5416094 h 5416094"/>
              <a:gd name="connsiteX41" fmla="*/ 1445519 w 10512862"/>
              <a:gd name="connsiteY41" fmla="*/ 5416094 h 5416094"/>
              <a:gd name="connsiteX42" fmla="*/ 788465 w 10512862"/>
              <a:gd name="connsiteY42" fmla="*/ 5416094 h 5416094"/>
              <a:gd name="connsiteX43" fmla="*/ 0 w 10512862"/>
              <a:gd name="connsiteY43" fmla="*/ 5416094 h 5416094"/>
              <a:gd name="connsiteX44" fmla="*/ 0 w 10512862"/>
              <a:gd name="connsiteY44" fmla="*/ 4630760 h 5416094"/>
              <a:gd name="connsiteX45" fmla="*/ 0 w 10512862"/>
              <a:gd name="connsiteY45" fmla="*/ 3953749 h 5416094"/>
              <a:gd name="connsiteX46" fmla="*/ 0 w 10512862"/>
              <a:gd name="connsiteY46" fmla="*/ 3276737 h 5416094"/>
              <a:gd name="connsiteX47" fmla="*/ 0 w 10512862"/>
              <a:gd name="connsiteY47" fmla="*/ 2599725 h 5416094"/>
              <a:gd name="connsiteX48" fmla="*/ 0 w 10512862"/>
              <a:gd name="connsiteY48" fmla="*/ 1922713 h 5416094"/>
              <a:gd name="connsiteX49" fmla="*/ 0 w 10512862"/>
              <a:gd name="connsiteY49" fmla="*/ 1299863 h 5416094"/>
              <a:gd name="connsiteX50" fmla="*/ 0 w 10512862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2862" h="5416094" extrusionOk="0">
                <a:moveTo>
                  <a:pt x="0" y="0"/>
                </a:moveTo>
                <a:cubicBezTo>
                  <a:pt x="225033" y="13746"/>
                  <a:pt x="423294" y="-497"/>
                  <a:pt x="551925" y="0"/>
                </a:cubicBezTo>
                <a:cubicBezTo>
                  <a:pt x="680556" y="497"/>
                  <a:pt x="775084" y="-9208"/>
                  <a:pt x="893593" y="0"/>
                </a:cubicBezTo>
                <a:cubicBezTo>
                  <a:pt x="1012102" y="9208"/>
                  <a:pt x="1579776" y="1608"/>
                  <a:pt x="1760904" y="0"/>
                </a:cubicBezTo>
                <a:cubicBezTo>
                  <a:pt x="1942032" y="-1608"/>
                  <a:pt x="2151672" y="10045"/>
                  <a:pt x="2312830" y="0"/>
                </a:cubicBezTo>
                <a:cubicBezTo>
                  <a:pt x="2473988" y="-10045"/>
                  <a:pt x="2678125" y="11124"/>
                  <a:pt x="2864755" y="0"/>
                </a:cubicBezTo>
                <a:cubicBezTo>
                  <a:pt x="3051386" y="-11124"/>
                  <a:pt x="3426225" y="-9724"/>
                  <a:pt x="3732066" y="0"/>
                </a:cubicBezTo>
                <a:cubicBezTo>
                  <a:pt x="4037907" y="9724"/>
                  <a:pt x="4018400" y="-7166"/>
                  <a:pt x="4178863" y="0"/>
                </a:cubicBezTo>
                <a:cubicBezTo>
                  <a:pt x="4339326" y="7166"/>
                  <a:pt x="4691578" y="27224"/>
                  <a:pt x="5046174" y="0"/>
                </a:cubicBezTo>
                <a:cubicBezTo>
                  <a:pt x="5400770" y="-27224"/>
                  <a:pt x="5482994" y="23246"/>
                  <a:pt x="5913485" y="0"/>
                </a:cubicBezTo>
                <a:cubicBezTo>
                  <a:pt x="6343976" y="-23246"/>
                  <a:pt x="6367997" y="-5995"/>
                  <a:pt x="6570539" y="0"/>
                </a:cubicBezTo>
                <a:cubicBezTo>
                  <a:pt x="6773081" y="5995"/>
                  <a:pt x="7254257" y="-41369"/>
                  <a:pt x="7437850" y="0"/>
                </a:cubicBezTo>
                <a:cubicBezTo>
                  <a:pt x="7621443" y="41369"/>
                  <a:pt x="7850334" y="27548"/>
                  <a:pt x="7989775" y="0"/>
                </a:cubicBezTo>
                <a:cubicBezTo>
                  <a:pt x="8129217" y="-27548"/>
                  <a:pt x="8298313" y="-26071"/>
                  <a:pt x="8541700" y="0"/>
                </a:cubicBezTo>
                <a:cubicBezTo>
                  <a:pt x="8785088" y="26071"/>
                  <a:pt x="8966103" y="-18083"/>
                  <a:pt x="9303883" y="0"/>
                </a:cubicBezTo>
                <a:cubicBezTo>
                  <a:pt x="9641663" y="18083"/>
                  <a:pt x="9721834" y="-9535"/>
                  <a:pt x="9855808" y="0"/>
                </a:cubicBezTo>
                <a:cubicBezTo>
                  <a:pt x="9989782" y="9535"/>
                  <a:pt x="10352532" y="17076"/>
                  <a:pt x="10512862" y="0"/>
                </a:cubicBezTo>
                <a:cubicBezTo>
                  <a:pt x="10522181" y="196329"/>
                  <a:pt x="10546324" y="488432"/>
                  <a:pt x="10512862" y="785334"/>
                </a:cubicBezTo>
                <a:cubicBezTo>
                  <a:pt x="10479400" y="1082236"/>
                  <a:pt x="10533647" y="1323726"/>
                  <a:pt x="10512862" y="1516506"/>
                </a:cubicBezTo>
                <a:cubicBezTo>
                  <a:pt x="10492077" y="1709286"/>
                  <a:pt x="10543590" y="2097632"/>
                  <a:pt x="10512862" y="2247679"/>
                </a:cubicBezTo>
                <a:cubicBezTo>
                  <a:pt x="10482134" y="2397726"/>
                  <a:pt x="10489033" y="2577292"/>
                  <a:pt x="10512862" y="2762208"/>
                </a:cubicBezTo>
                <a:cubicBezTo>
                  <a:pt x="10536691" y="2947124"/>
                  <a:pt x="10508269" y="3105736"/>
                  <a:pt x="10512862" y="3330898"/>
                </a:cubicBezTo>
                <a:cubicBezTo>
                  <a:pt x="10517456" y="3556060"/>
                  <a:pt x="10494655" y="3882611"/>
                  <a:pt x="10512862" y="4062071"/>
                </a:cubicBezTo>
                <a:cubicBezTo>
                  <a:pt x="10531069" y="4241531"/>
                  <a:pt x="10542053" y="4505155"/>
                  <a:pt x="10512862" y="4684921"/>
                </a:cubicBezTo>
                <a:cubicBezTo>
                  <a:pt x="10483672" y="4864687"/>
                  <a:pt x="10494618" y="5246484"/>
                  <a:pt x="10512862" y="5416094"/>
                </a:cubicBezTo>
                <a:cubicBezTo>
                  <a:pt x="10193319" y="5422310"/>
                  <a:pt x="10027768" y="5414674"/>
                  <a:pt x="9750680" y="5416094"/>
                </a:cubicBezTo>
                <a:cubicBezTo>
                  <a:pt x="9473592" y="5417514"/>
                  <a:pt x="9504441" y="5426911"/>
                  <a:pt x="9409011" y="5416094"/>
                </a:cubicBezTo>
                <a:cubicBezTo>
                  <a:pt x="9313581" y="5405277"/>
                  <a:pt x="9045272" y="5410503"/>
                  <a:pt x="8751958" y="5416094"/>
                </a:cubicBezTo>
                <a:cubicBezTo>
                  <a:pt x="8458644" y="5421685"/>
                  <a:pt x="8514943" y="5430795"/>
                  <a:pt x="8305161" y="5416094"/>
                </a:cubicBezTo>
                <a:cubicBezTo>
                  <a:pt x="8095379" y="5401393"/>
                  <a:pt x="7782738" y="5379207"/>
                  <a:pt x="7542978" y="5416094"/>
                </a:cubicBezTo>
                <a:cubicBezTo>
                  <a:pt x="7303218" y="5452981"/>
                  <a:pt x="7269692" y="5421697"/>
                  <a:pt x="7096182" y="5416094"/>
                </a:cubicBezTo>
                <a:cubicBezTo>
                  <a:pt x="6922672" y="5410491"/>
                  <a:pt x="6681721" y="5409518"/>
                  <a:pt x="6333999" y="5416094"/>
                </a:cubicBezTo>
                <a:cubicBezTo>
                  <a:pt x="5986277" y="5422670"/>
                  <a:pt x="6100558" y="5401924"/>
                  <a:pt x="5992331" y="5416094"/>
                </a:cubicBezTo>
                <a:cubicBezTo>
                  <a:pt x="5884104" y="5430264"/>
                  <a:pt x="5581939" y="5434520"/>
                  <a:pt x="5230149" y="5416094"/>
                </a:cubicBezTo>
                <a:cubicBezTo>
                  <a:pt x="4878359" y="5397668"/>
                  <a:pt x="4875885" y="5395196"/>
                  <a:pt x="4783352" y="5416094"/>
                </a:cubicBezTo>
                <a:cubicBezTo>
                  <a:pt x="4690819" y="5436992"/>
                  <a:pt x="4526099" y="5405345"/>
                  <a:pt x="4441684" y="5416094"/>
                </a:cubicBezTo>
                <a:cubicBezTo>
                  <a:pt x="4357269" y="5426843"/>
                  <a:pt x="4203964" y="5400047"/>
                  <a:pt x="3994888" y="5416094"/>
                </a:cubicBezTo>
                <a:cubicBezTo>
                  <a:pt x="3785812" y="5432141"/>
                  <a:pt x="3450456" y="5404412"/>
                  <a:pt x="3232705" y="5416094"/>
                </a:cubicBezTo>
                <a:cubicBezTo>
                  <a:pt x="3014954" y="5427776"/>
                  <a:pt x="3003791" y="5430327"/>
                  <a:pt x="2785908" y="5416094"/>
                </a:cubicBezTo>
                <a:cubicBezTo>
                  <a:pt x="2568025" y="5401861"/>
                  <a:pt x="2599226" y="5416122"/>
                  <a:pt x="2444240" y="5416094"/>
                </a:cubicBezTo>
                <a:cubicBezTo>
                  <a:pt x="2289254" y="5416066"/>
                  <a:pt x="2170121" y="5435647"/>
                  <a:pt x="1997444" y="5416094"/>
                </a:cubicBezTo>
                <a:cubicBezTo>
                  <a:pt x="1824767" y="5396541"/>
                  <a:pt x="1635094" y="5395325"/>
                  <a:pt x="1445519" y="5416094"/>
                </a:cubicBezTo>
                <a:cubicBezTo>
                  <a:pt x="1255945" y="5436863"/>
                  <a:pt x="945472" y="5432426"/>
                  <a:pt x="788465" y="5416094"/>
                </a:cubicBezTo>
                <a:cubicBezTo>
                  <a:pt x="631458" y="5399762"/>
                  <a:pt x="183496" y="5395670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4E87FCFB-2CCE-460D-B3DD-557C8BD1B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171" y="4419423"/>
            <a:ext cx="4242483" cy="18288"/>
          </a:xfrm>
          <a:custGeom>
            <a:avLst/>
            <a:gdLst>
              <a:gd name="connsiteX0" fmla="*/ 0 w 4242483"/>
              <a:gd name="connsiteY0" fmla="*/ 0 h 18288"/>
              <a:gd name="connsiteX1" fmla="*/ 563644 w 4242483"/>
              <a:gd name="connsiteY1" fmla="*/ 0 h 18288"/>
              <a:gd name="connsiteX2" fmla="*/ 1042439 w 4242483"/>
              <a:gd name="connsiteY2" fmla="*/ 0 h 18288"/>
              <a:gd name="connsiteX3" fmla="*/ 1563658 w 4242483"/>
              <a:gd name="connsiteY3" fmla="*/ 0 h 18288"/>
              <a:gd name="connsiteX4" fmla="*/ 2212152 w 4242483"/>
              <a:gd name="connsiteY4" fmla="*/ 0 h 18288"/>
              <a:gd name="connsiteX5" fmla="*/ 2775796 w 4242483"/>
              <a:gd name="connsiteY5" fmla="*/ 0 h 18288"/>
              <a:gd name="connsiteX6" fmla="*/ 3297015 w 4242483"/>
              <a:gd name="connsiteY6" fmla="*/ 0 h 18288"/>
              <a:gd name="connsiteX7" fmla="*/ 4242483 w 4242483"/>
              <a:gd name="connsiteY7" fmla="*/ 0 h 18288"/>
              <a:gd name="connsiteX8" fmla="*/ 4242483 w 4242483"/>
              <a:gd name="connsiteY8" fmla="*/ 18288 h 18288"/>
              <a:gd name="connsiteX9" fmla="*/ 3636414 w 4242483"/>
              <a:gd name="connsiteY9" fmla="*/ 18288 h 18288"/>
              <a:gd name="connsiteX10" fmla="*/ 3115195 w 4242483"/>
              <a:gd name="connsiteY10" fmla="*/ 18288 h 18288"/>
              <a:gd name="connsiteX11" fmla="*/ 2424276 w 4242483"/>
              <a:gd name="connsiteY11" fmla="*/ 18288 h 18288"/>
              <a:gd name="connsiteX12" fmla="*/ 1860632 w 4242483"/>
              <a:gd name="connsiteY12" fmla="*/ 18288 h 18288"/>
              <a:gd name="connsiteX13" fmla="*/ 1381837 w 4242483"/>
              <a:gd name="connsiteY13" fmla="*/ 18288 h 18288"/>
              <a:gd name="connsiteX14" fmla="*/ 733343 w 4242483"/>
              <a:gd name="connsiteY14" fmla="*/ 18288 h 18288"/>
              <a:gd name="connsiteX15" fmla="*/ 0 w 4242483"/>
              <a:gd name="connsiteY15" fmla="*/ 18288 h 18288"/>
              <a:gd name="connsiteX16" fmla="*/ 0 w 4242483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2483" h="18288" fill="none" extrusionOk="0">
                <a:moveTo>
                  <a:pt x="0" y="0"/>
                </a:moveTo>
                <a:cubicBezTo>
                  <a:pt x="201244" y="-5617"/>
                  <a:pt x="325237" y="-662"/>
                  <a:pt x="563644" y="0"/>
                </a:cubicBezTo>
                <a:cubicBezTo>
                  <a:pt x="802051" y="662"/>
                  <a:pt x="904517" y="10636"/>
                  <a:pt x="1042439" y="0"/>
                </a:cubicBezTo>
                <a:cubicBezTo>
                  <a:pt x="1180362" y="-10636"/>
                  <a:pt x="1367035" y="17538"/>
                  <a:pt x="1563658" y="0"/>
                </a:cubicBezTo>
                <a:cubicBezTo>
                  <a:pt x="1760281" y="-17538"/>
                  <a:pt x="1938680" y="30199"/>
                  <a:pt x="2212152" y="0"/>
                </a:cubicBezTo>
                <a:cubicBezTo>
                  <a:pt x="2485624" y="-30199"/>
                  <a:pt x="2622357" y="-17590"/>
                  <a:pt x="2775796" y="0"/>
                </a:cubicBezTo>
                <a:cubicBezTo>
                  <a:pt x="2929235" y="17590"/>
                  <a:pt x="3091008" y="10671"/>
                  <a:pt x="3297015" y="0"/>
                </a:cubicBezTo>
                <a:cubicBezTo>
                  <a:pt x="3503022" y="-10671"/>
                  <a:pt x="4004882" y="4197"/>
                  <a:pt x="4242483" y="0"/>
                </a:cubicBezTo>
                <a:cubicBezTo>
                  <a:pt x="4242881" y="7429"/>
                  <a:pt x="4242463" y="10822"/>
                  <a:pt x="4242483" y="18288"/>
                </a:cubicBezTo>
                <a:cubicBezTo>
                  <a:pt x="4020483" y="-11266"/>
                  <a:pt x="3856318" y="39234"/>
                  <a:pt x="3636414" y="18288"/>
                </a:cubicBezTo>
                <a:cubicBezTo>
                  <a:pt x="3416510" y="-2658"/>
                  <a:pt x="3315869" y="2454"/>
                  <a:pt x="3115195" y="18288"/>
                </a:cubicBezTo>
                <a:cubicBezTo>
                  <a:pt x="2914521" y="34122"/>
                  <a:pt x="2582532" y="15715"/>
                  <a:pt x="2424276" y="18288"/>
                </a:cubicBezTo>
                <a:cubicBezTo>
                  <a:pt x="2266020" y="20861"/>
                  <a:pt x="2119173" y="21828"/>
                  <a:pt x="1860632" y="18288"/>
                </a:cubicBezTo>
                <a:cubicBezTo>
                  <a:pt x="1602091" y="14748"/>
                  <a:pt x="1538782" y="35157"/>
                  <a:pt x="1381837" y="18288"/>
                </a:cubicBezTo>
                <a:cubicBezTo>
                  <a:pt x="1224892" y="1419"/>
                  <a:pt x="904167" y="32734"/>
                  <a:pt x="733343" y="18288"/>
                </a:cubicBezTo>
                <a:cubicBezTo>
                  <a:pt x="562519" y="3842"/>
                  <a:pt x="331401" y="37185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2483" h="18288" stroke="0" extrusionOk="0">
                <a:moveTo>
                  <a:pt x="0" y="0"/>
                </a:moveTo>
                <a:cubicBezTo>
                  <a:pt x="115272" y="8242"/>
                  <a:pt x="396340" y="20103"/>
                  <a:pt x="563644" y="0"/>
                </a:cubicBezTo>
                <a:cubicBezTo>
                  <a:pt x="730948" y="-20103"/>
                  <a:pt x="803967" y="-5143"/>
                  <a:pt x="1042439" y="0"/>
                </a:cubicBezTo>
                <a:cubicBezTo>
                  <a:pt x="1280912" y="5143"/>
                  <a:pt x="1574360" y="31190"/>
                  <a:pt x="1733357" y="0"/>
                </a:cubicBezTo>
                <a:cubicBezTo>
                  <a:pt x="1892354" y="-31190"/>
                  <a:pt x="2085876" y="8740"/>
                  <a:pt x="2297002" y="0"/>
                </a:cubicBezTo>
                <a:cubicBezTo>
                  <a:pt x="2508129" y="-8740"/>
                  <a:pt x="2627376" y="-8913"/>
                  <a:pt x="2860646" y="0"/>
                </a:cubicBezTo>
                <a:cubicBezTo>
                  <a:pt x="3093916" y="8913"/>
                  <a:pt x="3220256" y="31987"/>
                  <a:pt x="3551564" y="0"/>
                </a:cubicBezTo>
                <a:cubicBezTo>
                  <a:pt x="3882872" y="-31987"/>
                  <a:pt x="3948926" y="2131"/>
                  <a:pt x="4242483" y="0"/>
                </a:cubicBezTo>
                <a:cubicBezTo>
                  <a:pt x="4241597" y="5429"/>
                  <a:pt x="4243304" y="14046"/>
                  <a:pt x="4242483" y="18288"/>
                </a:cubicBezTo>
                <a:cubicBezTo>
                  <a:pt x="3989096" y="22464"/>
                  <a:pt x="3827790" y="-5372"/>
                  <a:pt x="3721264" y="18288"/>
                </a:cubicBezTo>
                <a:cubicBezTo>
                  <a:pt x="3614738" y="41948"/>
                  <a:pt x="3404140" y="2039"/>
                  <a:pt x="3115195" y="18288"/>
                </a:cubicBezTo>
                <a:cubicBezTo>
                  <a:pt x="2826250" y="34537"/>
                  <a:pt x="2778477" y="25905"/>
                  <a:pt x="2509126" y="18288"/>
                </a:cubicBezTo>
                <a:cubicBezTo>
                  <a:pt x="2239775" y="10671"/>
                  <a:pt x="2140237" y="13785"/>
                  <a:pt x="1945481" y="18288"/>
                </a:cubicBezTo>
                <a:cubicBezTo>
                  <a:pt x="1750726" y="22791"/>
                  <a:pt x="1408405" y="38963"/>
                  <a:pt x="1254563" y="18288"/>
                </a:cubicBezTo>
                <a:cubicBezTo>
                  <a:pt x="1100721" y="-2387"/>
                  <a:pt x="812726" y="18846"/>
                  <a:pt x="563644" y="18288"/>
                </a:cubicBezTo>
                <a:cubicBezTo>
                  <a:pt x="314562" y="17730"/>
                  <a:pt x="157920" y="15588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127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13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68BCAAE-3AAD-CBF4-5CBF-5D2C96A1C27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4980"/>
          <a:stretch>
            <a:fillRect/>
          </a:stretch>
        </p:blipFill>
        <p:spPr>
          <a:xfrm>
            <a:off x="20" y="10"/>
            <a:ext cx="12188805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365125"/>
            <a:ext cx="10512862" cy="1325563"/>
          </a:xfrm>
        </p:spPr>
        <p:txBody>
          <a:bodyPr>
            <a:normAutofit/>
          </a:bodyPr>
          <a:lstStyle/>
          <a:p>
            <a:pPr>
              <a:defRPr sz="3800" b="1">
                <a:solidFill>
                  <a:srgbClr val="360099"/>
                </a:solidFill>
              </a:defRPr>
            </a:pPr>
            <a:r>
              <a:rPr lang="en-US" sz="3800"/>
              <a:t>Learning Objectives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25BD2682-C063-CA3C-C336-BA3280D711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8744018"/>
              </p:ext>
            </p:extLst>
          </p:nvPr>
        </p:nvGraphicFramePr>
        <p:xfrm>
          <a:off x="837981" y="1825625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09FF9A-4FCE-468E-A86A-C9AB525E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1E12D4-3A88-428D-8E5E-AF1AFD923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Close up image of hands applauding">
            <a:extLst>
              <a:ext uri="{FF2B5EF4-FFF2-40B4-BE49-F238E27FC236}">
                <a16:creationId xmlns:a16="http://schemas.microsoft.com/office/drawing/2014/main" id="{9F5200A8-652F-3BDC-B11F-D78E1422C5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t="586" b="15123"/>
          <a:stretch>
            <a:fillRect/>
          </a:stretch>
        </p:blipFill>
        <p:spPr>
          <a:xfrm>
            <a:off x="20" y="10"/>
            <a:ext cx="12188805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5B4113-B32F-B5C9-4C46-7D3117AEB98B}"/>
              </a:ext>
            </a:extLst>
          </p:cNvPr>
          <p:cNvSpPr txBox="1"/>
          <p:nvPr/>
        </p:nvSpPr>
        <p:spPr>
          <a:xfrm>
            <a:off x="837981" y="914402"/>
            <a:ext cx="10512862" cy="29859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100" i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 good answer is given to the person who asks a good question.</a:t>
            </a:r>
          </a:p>
        </p:txBody>
      </p:sp>
    </p:spTree>
    <p:extLst>
      <p:ext uri="{BB962C8B-B14F-4D97-AF65-F5344CB8AC3E}">
        <p14:creationId xmlns:p14="http://schemas.microsoft.com/office/powerpoint/2010/main" val="1960519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461" y="723898"/>
            <a:ext cx="6000547" cy="1495425"/>
          </a:xfrm>
        </p:spPr>
        <p:txBody>
          <a:bodyPr>
            <a:normAutofit/>
          </a:bodyPr>
          <a:lstStyle/>
          <a:p>
            <a:pPr>
              <a:defRPr sz="3800" b="1">
                <a:solidFill>
                  <a:srgbClr val="360099"/>
                </a:solidFill>
              </a:defRPr>
            </a:pPr>
            <a:r>
              <a:rPr lang="en-US" sz="4000" dirty="0"/>
              <a:t>What is a Prompt?</a:t>
            </a:r>
          </a:p>
        </p:txBody>
      </p:sp>
      <p:pic>
        <p:nvPicPr>
          <p:cNvPr id="6" name="Picture 5" descr="A close-up of a screen&#10;&#10;AI-generated content may be incorrect.">
            <a:extLst>
              <a:ext uri="{FF2B5EF4-FFF2-40B4-BE49-F238E27FC236}">
                <a16:creationId xmlns:a16="http://schemas.microsoft.com/office/drawing/2014/main" id="{6CBF7944-964E-3EB9-DDEC-871862F857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624" r="27079" b="-1"/>
          <a:stretch>
            <a:fillRect/>
          </a:stretch>
        </p:blipFill>
        <p:spPr>
          <a:xfrm>
            <a:off x="7197565" y="10"/>
            <a:ext cx="4991260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03EE6F-0336-24DA-F664-B5CB1E4D5D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4140881"/>
              </p:ext>
            </p:extLst>
          </p:nvPr>
        </p:nvGraphicFramePr>
        <p:xfrm>
          <a:off x="836462" y="2405067"/>
          <a:ext cx="6000547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nstruction work tools">
            <a:extLst>
              <a:ext uri="{FF2B5EF4-FFF2-40B4-BE49-F238E27FC236}">
                <a16:creationId xmlns:a16="http://schemas.microsoft.com/office/drawing/2014/main" id="{6EA4CC45-7924-D1D3-0719-D9A3DA9A48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959" r="20396" b="-2"/>
          <a:stretch>
            <a:fillRect/>
          </a:stretch>
        </p:blipFill>
        <p:spPr>
          <a:xfrm>
            <a:off x="20" y="-2"/>
            <a:ext cx="540876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08788" y="-1"/>
            <a:ext cx="6780036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3724" y="405685"/>
            <a:ext cx="5463545" cy="1559301"/>
          </a:xfrm>
        </p:spPr>
        <p:txBody>
          <a:bodyPr>
            <a:normAutofit/>
          </a:bodyPr>
          <a:lstStyle/>
          <a:p>
            <a:pPr>
              <a:defRPr sz="3800" b="1">
                <a:solidFill>
                  <a:srgbClr val="360099"/>
                </a:solidFill>
              </a:defRPr>
            </a:pPr>
            <a:r>
              <a:rPr lang="en-US" sz="4000"/>
              <a:t>What is Prompt Engineering?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3724" y="2074127"/>
            <a:ext cx="5245973" cy="4165951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TR" sz="2000" dirty="0"/>
              <a:t>🛠️ </a:t>
            </a:r>
            <a:r>
              <a:rPr lang="en-US" sz="2000" dirty="0"/>
              <a:t>Designing prompts for better outputs</a:t>
            </a:r>
          </a:p>
          <a:p>
            <a:pPr>
              <a:defRPr sz="2200"/>
            </a:pPr>
            <a:r>
              <a:rPr lang="en-TR" sz="2000" dirty="0"/>
              <a:t>📱 </a:t>
            </a:r>
            <a:r>
              <a:rPr lang="en-US" sz="2000" dirty="0"/>
              <a:t>Like mastering Google search skills</a:t>
            </a:r>
          </a:p>
          <a:p>
            <a:pPr>
              <a:defRPr sz="2200"/>
            </a:pPr>
            <a:r>
              <a:rPr lang="en-TR" sz="2000" dirty="0"/>
              <a:t>🚀 </a:t>
            </a:r>
            <a:r>
              <a:rPr lang="en-US" sz="2000" dirty="0"/>
              <a:t>Benefits:</a:t>
            </a:r>
          </a:p>
          <a:p>
            <a:pPr lvl="1">
              <a:defRPr sz="2200"/>
            </a:pPr>
            <a:r>
              <a:rPr lang="en-US" sz="2000" dirty="0"/>
              <a:t>Accuracy: precise answers</a:t>
            </a:r>
          </a:p>
          <a:p>
            <a:pPr lvl="1">
              <a:defRPr sz="2200"/>
            </a:pPr>
            <a:r>
              <a:rPr lang="en-US" sz="2000" dirty="0"/>
              <a:t>Productivity: faster insights</a:t>
            </a:r>
          </a:p>
          <a:p>
            <a:pPr lvl="1">
              <a:defRPr sz="2200"/>
            </a:pPr>
            <a:r>
              <a:rPr lang="en-US" sz="2000" dirty="0"/>
              <a:t>Creativity: content generation</a:t>
            </a:r>
          </a:p>
          <a:p>
            <a:pPr lvl="1">
              <a:defRPr sz="2200"/>
            </a:pPr>
            <a:r>
              <a:rPr lang="en-US" sz="2000" dirty="0"/>
              <a:t>Problem-solving: structured outputs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82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20227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604" y="350196"/>
            <a:ext cx="4645694" cy="1624520"/>
          </a:xfrm>
        </p:spPr>
        <p:txBody>
          <a:bodyPr anchor="ctr">
            <a:normAutofit/>
          </a:bodyPr>
          <a:lstStyle/>
          <a:p>
            <a:pPr>
              <a:defRPr sz="3800" b="1">
                <a:solidFill>
                  <a:srgbClr val="360099"/>
                </a:solidFill>
              </a:defRPr>
            </a:pPr>
            <a:r>
              <a:rPr lang="en-US" sz="4000"/>
              <a:t>Why Prompt Engineering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343" y="2286000"/>
            <a:ext cx="5739244" cy="4070350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200"/>
            </a:pPr>
            <a:r>
              <a:rPr lang="en-US" sz="2400" dirty="0"/>
              <a:t>⚖️ Law: Draft contracts, summarize cases</a:t>
            </a:r>
          </a:p>
          <a:p>
            <a:pPr marL="0" indent="0">
              <a:buNone/>
              <a:defRPr sz="2200"/>
            </a:pPr>
            <a:r>
              <a:rPr lang="en-TR" sz="2400" dirty="0"/>
              <a:t>🧑‍⚕️ </a:t>
            </a:r>
            <a:r>
              <a:rPr lang="en-US" sz="2400" dirty="0"/>
              <a:t>Medicine: Summarize patient cases</a:t>
            </a:r>
          </a:p>
          <a:p>
            <a:pPr marL="0" indent="0">
              <a:buNone/>
              <a:defRPr sz="2200"/>
            </a:pPr>
            <a:r>
              <a:rPr lang="en-TR" sz="2400" dirty="0"/>
              <a:t>📊 </a:t>
            </a:r>
            <a:r>
              <a:rPr lang="en-US" sz="2400" dirty="0"/>
              <a:t>Business: Market analysis</a:t>
            </a:r>
          </a:p>
          <a:p>
            <a:pPr marL="0" indent="0">
              <a:buNone/>
              <a:defRPr sz="2200"/>
            </a:pPr>
            <a:r>
              <a:rPr lang="en-TR" sz="2400" dirty="0"/>
              <a:t>🎓 </a:t>
            </a:r>
            <a:r>
              <a:rPr lang="en-US" sz="2400" dirty="0"/>
              <a:t>Education: Create quizzes, simplify notes</a:t>
            </a:r>
          </a:p>
          <a:p>
            <a:pPr marL="0" indent="0">
              <a:buNone/>
              <a:defRPr sz="2200"/>
            </a:pPr>
            <a:r>
              <a:rPr lang="en-TR" sz="2400" dirty="0"/>
              <a:t>🎨 </a:t>
            </a:r>
            <a:r>
              <a:rPr lang="en-US" sz="2400" dirty="0"/>
              <a:t>Arts: Poetry, storytelling</a:t>
            </a:r>
          </a:p>
        </p:txBody>
      </p:sp>
      <p:pic>
        <p:nvPicPr>
          <p:cNvPr id="5" name="Picture 4" descr="Sticky notes on a wall">
            <a:extLst>
              <a:ext uri="{FF2B5EF4-FFF2-40B4-BE49-F238E27FC236}">
                <a16:creationId xmlns:a16="http://schemas.microsoft.com/office/drawing/2014/main" id="{23127910-7011-1FD3-47C4-8BDD5D2303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842" r="19105" b="1"/>
          <a:stretch>
            <a:fillRect/>
          </a:stretch>
        </p:blipFill>
        <p:spPr>
          <a:xfrm>
            <a:off x="6094412" y="1"/>
            <a:ext cx="610123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834" y="640823"/>
            <a:ext cx="3417769" cy="5583148"/>
          </a:xfrm>
        </p:spPr>
        <p:txBody>
          <a:bodyPr anchor="ctr">
            <a:normAutofit/>
          </a:bodyPr>
          <a:lstStyle/>
          <a:p>
            <a:pPr>
              <a:defRPr sz="3800" b="1">
                <a:solidFill>
                  <a:srgbClr val="360099"/>
                </a:solidFill>
              </a:defRPr>
            </a:pPr>
            <a:r>
              <a:rPr lang="en-US" sz="5300" dirty="0"/>
              <a:t>Key Terms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6322" y="3462721"/>
            <a:ext cx="5410200" cy="18283"/>
          </a:xfrm>
          <a:custGeom>
            <a:avLst/>
            <a:gdLst>
              <a:gd name="connsiteX0" fmla="*/ 0 w 5410200"/>
              <a:gd name="connsiteY0" fmla="*/ 0 h 18283"/>
              <a:gd name="connsiteX1" fmla="*/ 568071 w 5410200"/>
              <a:gd name="connsiteY1" fmla="*/ 0 h 18283"/>
              <a:gd name="connsiteX2" fmla="*/ 1298448 w 5410200"/>
              <a:gd name="connsiteY2" fmla="*/ 0 h 18283"/>
              <a:gd name="connsiteX3" fmla="*/ 1920621 w 5410200"/>
              <a:gd name="connsiteY3" fmla="*/ 0 h 18283"/>
              <a:gd name="connsiteX4" fmla="*/ 2488692 w 5410200"/>
              <a:gd name="connsiteY4" fmla="*/ 0 h 18283"/>
              <a:gd name="connsiteX5" fmla="*/ 3219069 w 5410200"/>
              <a:gd name="connsiteY5" fmla="*/ 0 h 18283"/>
              <a:gd name="connsiteX6" fmla="*/ 3895344 w 5410200"/>
              <a:gd name="connsiteY6" fmla="*/ 0 h 18283"/>
              <a:gd name="connsiteX7" fmla="*/ 4571619 w 5410200"/>
              <a:gd name="connsiteY7" fmla="*/ 0 h 18283"/>
              <a:gd name="connsiteX8" fmla="*/ 5410200 w 5410200"/>
              <a:gd name="connsiteY8" fmla="*/ 0 h 18283"/>
              <a:gd name="connsiteX9" fmla="*/ 5410200 w 5410200"/>
              <a:gd name="connsiteY9" fmla="*/ 18283 h 18283"/>
              <a:gd name="connsiteX10" fmla="*/ 4842129 w 5410200"/>
              <a:gd name="connsiteY10" fmla="*/ 18283 h 18283"/>
              <a:gd name="connsiteX11" fmla="*/ 4328160 w 5410200"/>
              <a:gd name="connsiteY11" fmla="*/ 18283 h 18283"/>
              <a:gd name="connsiteX12" fmla="*/ 3597783 w 5410200"/>
              <a:gd name="connsiteY12" fmla="*/ 18283 h 18283"/>
              <a:gd name="connsiteX13" fmla="*/ 3029712 w 5410200"/>
              <a:gd name="connsiteY13" fmla="*/ 18283 h 18283"/>
              <a:gd name="connsiteX14" fmla="*/ 2299335 w 5410200"/>
              <a:gd name="connsiteY14" fmla="*/ 18283 h 18283"/>
              <a:gd name="connsiteX15" fmla="*/ 1514856 w 5410200"/>
              <a:gd name="connsiteY15" fmla="*/ 18283 h 18283"/>
              <a:gd name="connsiteX16" fmla="*/ 892683 w 5410200"/>
              <a:gd name="connsiteY16" fmla="*/ 18283 h 18283"/>
              <a:gd name="connsiteX17" fmla="*/ 0 w 5410200"/>
              <a:gd name="connsiteY17" fmla="*/ 18283 h 18283"/>
              <a:gd name="connsiteX18" fmla="*/ 0 w 5410200"/>
              <a:gd name="connsiteY18" fmla="*/ 0 h 18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3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668" y="5552"/>
                  <a:pt x="5410359" y="10298"/>
                  <a:pt x="5410200" y="18283"/>
                </a:cubicBezTo>
                <a:cubicBezTo>
                  <a:pt x="5139060" y="6746"/>
                  <a:pt x="5121593" y="31030"/>
                  <a:pt x="4842129" y="18283"/>
                </a:cubicBezTo>
                <a:cubicBezTo>
                  <a:pt x="4562665" y="5536"/>
                  <a:pt x="4448273" y="9482"/>
                  <a:pt x="4328160" y="18283"/>
                </a:cubicBezTo>
                <a:cubicBezTo>
                  <a:pt x="4208047" y="27084"/>
                  <a:pt x="3760936" y="22562"/>
                  <a:pt x="3597783" y="18283"/>
                </a:cubicBezTo>
                <a:cubicBezTo>
                  <a:pt x="3434630" y="14004"/>
                  <a:pt x="3299718" y="33208"/>
                  <a:pt x="3029712" y="18283"/>
                </a:cubicBezTo>
                <a:cubicBezTo>
                  <a:pt x="2759706" y="3358"/>
                  <a:pt x="2640159" y="27389"/>
                  <a:pt x="2299335" y="18283"/>
                </a:cubicBezTo>
                <a:cubicBezTo>
                  <a:pt x="1958511" y="9177"/>
                  <a:pt x="1801186" y="28980"/>
                  <a:pt x="1514856" y="18283"/>
                </a:cubicBezTo>
                <a:cubicBezTo>
                  <a:pt x="1228526" y="7586"/>
                  <a:pt x="1063509" y="-5310"/>
                  <a:pt x="892683" y="18283"/>
                </a:cubicBezTo>
                <a:cubicBezTo>
                  <a:pt x="721857" y="41876"/>
                  <a:pt x="186945" y="-20902"/>
                  <a:pt x="0" y="18283"/>
                </a:cubicBezTo>
                <a:cubicBezTo>
                  <a:pt x="-85" y="11289"/>
                  <a:pt x="-520" y="6143"/>
                  <a:pt x="0" y="0"/>
                </a:cubicBezTo>
                <a:close/>
              </a:path>
              <a:path w="5410200" h="18283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301" y="8438"/>
                  <a:pt x="5409761" y="10638"/>
                  <a:pt x="5410200" y="18283"/>
                </a:cubicBezTo>
                <a:cubicBezTo>
                  <a:pt x="5163327" y="41489"/>
                  <a:pt x="5008749" y="10688"/>
                  <a:pt x="4842129" y="18283"/>
                </a:cubicBezTo>
                <a:cubicBezTo>
                  <a:pt x="4675509" y="25878"/>
                  <a:pt x="4433401" y="-620"/>
                  <a:pt x="4165854" y="18283"/>
                </a:cubicBezTo>
                <a:cubicBezTo>
                  <a:pt x="3898308" y="37186"/>
                  <a:pt x="3809032" y="-8715"/>
                  <a:pt x="3543681" y="18283"/>
                </a:cubicBezTo>
                <a:cubicBezTo>
                  <a:pt x="3278330" y="45281"/>
                  <a:pt x="3073876" y="-15922"/>
                  <a:pt x="2759202" y="18283"/>
                </a:cubicBezTo>
                <a:cubicBezTo>
                  <a:pt x="2444528" y="52488"/>
                  <a:pt x="2204144" y="3367"/>
                  <a:pt x="1974723" y="18283"/>
                </a:cubicBezTo>
                <a:cubicBezTo>
                  <a:pt x="1745302" y="33199"/>
                  <a:pt x="1602335" y="31485"/>
                  <a:pt x="1406652" y="18283"/>
                </a:cubicBezTo>
                <a:cubicBezTo>
                  <a:pt x="1210969" y="5081"/>
                  <a:pt x="923948" y="3156"/>
                  <a:pt x="730377" y="18283"/>
                </a:cubicBezTo>
                <a:cubicBezTo>
                  <a:pt x="536806" y="33410"/>
                  <a:pt x="336496" y="-146"/>
                  <a:pt x="0" y="18283"/>
                </a:cubicBezTo>
                <a:cubicBezTo>
                  <a:pt x="160" y="10086"/>
                  <a:pt x="-801" y="76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80ABDF-A84E-CB57-B81A-5A863987DB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7604720"/>
              </p:ext>
            </p:extLst>
          </p:nvPr>
        </p:nvGraphicFramePr>
        <p:xfrm>
          <a:off x="4724005" y="640822"/>
          <a:ext cx="7137778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39C83B4-CCB6-412E-B7FF-BA0CF31B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8852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BA989C-D286-48D4-B3F1-84F3CBF09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5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462" y="1541007"/>
            <a:ext cx="3400682" cy="3775985"/>
          </a:xfrm>
        </p:spPr>
        <p:txBody>
          <a:bodyPr>
            <a:normAutofit/>
          </a:bodyPr>
          <a:lstStyle/>
          <a:p>
            <a:pPr>
              <a:defRPr sz="3800" b="1">
                <a:solidFill>
                  <a:srgbClr val="360099"/>
                </a:solidFill>
              </a:defRPr>
            </a:pPr>
            <a:r>
              <a:rPr lang="en-US" sz="4000">
                <a:solidFill>
                  <a:schemeClr val="tx2"/>
                </a:solidFill>
              </a:rPr>
              <a:t>Examples Across Disciplines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8925B56-689F-4DFB-8FD0-9BB9D8DE8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178665" cy="2385844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9233DCD-C902-4E2F-ABB5-F2498FBB5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25B7C80-EAF5-443A-8461-946150B5C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8CD3602-8169-45DE-B122-457CF0F102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73D416A-6D94-4560-9975-67C1FD20E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EE5FDC-1EEC-4871-BD9E-EF321D5F8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450859" y="4487852"/>
            <a:ext cx="2746637" cy="2375262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DE1D26D-7254-43D9-9405-A77E66782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58F69F4-6E29-4950-A92E-ADD768EC8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A0AEE0D-D2B5-4616-8383-D61A58F06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EA69949-F890-4A2C-84CB-7F0EAF6BD2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8A8111-5AA8-D651-B4AC-2DE25B269B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3223368"/>
              </p:ext>
            </p:extLst>
          </p:nvPr>
        </p:nvGraphicFramePr>
        <p:xfrm>
          <a:off x="5640144" y="955653"/>
          <a:ext cx="5745589" cy="4947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8852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" y="0"/>
            <a:ext cx="1218852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4" y="0"/>
            <a:ext cx="5645502" cy="6483075"/>
            <a:chOff x="-19221" y="0"/>
            <a:chExt cx="5646974" cy="648307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462" y="2053641"/>
            <a:ext cx="3668205" cy="27600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800" b="1">
                <a:solidFill>
                  <a:srgbClr val="360099"/>
                </a:solidFill>
              </a:defRPr>
            </a:pPr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Bad vs Good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6079660" y="665827"/>
            <a:ext cx="5304703" cy="2153207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dirty="0"/>
              <a:t>❌ Bad Prompt:</a:t>
            </a:r>
          </a:p>
          <a:p>
            <a:pPr>
              <a:spcAft>
                <a:spcPts val="600"/>
              </a:spcAft>
            </a:pPr>
            <a:r>
              <a:rPr lang="en-US" dirty="0"/>
              <a:t>'Tell me about physics.'</a:t>
            </a:r>
          </a:p>
          <a:p>
            <a:pPr>
              <a:spcAft>
                <a:spcPts val="600"/>
              </a:spcAft>
            </a:pPr>
            <a:r>
              <a:rPr lang="en-US" dirty="0"/>
              <a:t>Output: Generic, vague response.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79659" y="3428999"/>
            <a:ext cx="5304703" cy="2047461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  <a:defRPr sz="1800"/>
            </a:pPr>
            <a:r>
              <a:t>✅ Good Prompt:</a:t>
            </a:r>
            <a:endParaRPr lang="en-TR"/>
          </a:p>
          <a:p>
            <a:pPr>
              <a:spcAft>
                <a:spcPts val="600"/>
              </a:spcAft>
            </a:pPr>
            <a:r>
              <a:t>'Explain Newton’s laws with examples.'</a:t>
            </a:r>
            <a:endParaRPr lang="en-TR"/>
          </a:p>
          <a:p>
            <a:pPr>
              <a:spcAft>
                <a:spcPts val="600"/>
              </a:spcAft>
            </a:pPr>
            <a:r>
              <a:t>Output: Structured, useful.</a:t>
            </a:r>
            <a:endParaRPr lang="en-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3856E9-4239-4EE7-A372-FDCF4882FD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52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C9CDCF-90F8-42B0-BD0A-794C52688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" y="30095"/>
            <a:ext cx="1218852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07D05FE-3FB8-4314-A050-9AB40814D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4" y="-11219"/>
            <a:ext cx="5645504" cy="6483075"/>
            <a:chOff x="-19221" y="0"/>
            <a:chExt cx="5646974" cy="6483075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DDC6C42-DDD5-4105-85F2-9C052563A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FB95E12-4EF0-42F7-BCF9-AD31B4C8E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338F8B2-67A9-4086-9341-7705CAB6F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653AAAF-CCEF-494B-9366-16BB3815A6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4B356D9-49C3-412F-8E03-AC9AE8371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462" y="2023236"/>
            <a:ext cx="3658824" cy="2820908"/>
          </a:xfrm>
        </p:spPr>
        <p:txBody>
          <a:bodyPr>
            <a:normAutofit/>
          </a:bodyPr>
          <a:lstStyle/>
          <a:p>
            <a:pPr>
              <a:defRPr sz="3800" b="1">
                <a:solidFill>
                  <a:srgbClr val="360099"/>
                </a:solidFill>
              </a:defRPr>
            </a:pPr>
            <a:r>
              <a:rPr lang="en-US" sz="4000">
                <a:solidFill>
                  <a:schemeClr val="tx2"/>
                </a:solidFill>
              </a:rPr>
              <a:t>Live Demo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572D89-DB58-3A1A-E64A-9F7AA77301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0662572"/>
              </p:ext>
            </p:extLst>
          </p:nvPr>
        </p:nvGraphicFramePr>
        <p:xfrm>
          <a:off x="6089651" y="955653"/>
          <a:ext cx="5114159" cy="4947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8086AEC-04C2-4BC4-BFB8-0135965C7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8852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C3BE3F-B8A9-4DC9-A867-EC91736FA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" y="0"/>
            <a:ext cx="1218852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CA2F3D1-53F2-478B-949B-6D4EA2E4E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4" y="455386"/>
            <a:ext cx="5377222" cy="6402614"/>
            <a:chOff x="-19221" y="197691"/>
            <a:chExt cx="5378624" cy="6402614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53A4EE-6F9B-4EC8-9840-708F509D9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14">
              <a:extLst>
                <a:ext uri="{FF2B5EF4-FFF2-40B4-BE49-F238E27FC236}">
                  <a16:creationId xmlns:a16="http://schemas.microsoft.com/office/drawing/2014/main" id="{CD8289AA-777C-4230-BABC-203458BF6C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9D76777-71BF-4FFF-B568-E58E46EB1C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2CDCD53-6393-431A-9E75-109BC8362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62198F-7D76-4A2A-9669-40E5E8A3C8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97691"/>
              <a:ext cx="5378623" cy="6402614"/>
            </a:xfrm>
            <a:custGeom>
              <a:avLst/>
              <a:gdLst>
                <a:gd name="connsiteX0" fmla="*/ 2220349 w 5378623"/>
                <a:gd name="connsiteY0" fmla="*/ 67 h 6402614"/>
                <a:gd name="connsiteX1" fmla="*/ 3018161 w 5378623"/>
                <a:gd name="connsiteY1" fmla="*/ 108191 h 6402614"/>
                <a:gd name="connsiteX2" fmla="*/ 5265831 w 5378623"/>
                <a:gd name="connsiteY2" fmla="*/ 4066338 h 6402614"/>
                <a:gd name="connsiteX3" fmla="*/ 2912752 w 5378623"/>
                <a:gd name="connsiteY3" fmla="*/ 6386691 h 6402614"/>
                <a:gd name="connsiteX4" fmla="*/ 2840648 w 5378623"/>
                <a:gd name="connsiteY4" fmla="*/ 6402614 h 6402614"/>
                <a:gd name="connsiteX5" fmla="*/ 1474249 w 5378623"/>
                <a:gd name="connsiteY5" fmla="*/ 6402614 h 6402614"/>
                <a:gd name="connsiteX6" fmla="*/ 1340218 w 5378623"/>
                <a:gd name="connsiteY6" fmla="*/ 6370360 h 6402614"/>
                <a:gd name="connsiteX7" fmla="*/ 204687 w 5378623"/>
                <a:gd name="connsiteY7" fmla="*/ 5802379 h 6402614"/>
                <a:gd name="connsiteX8" fmla="*/ 0 w 5378623"/>
                <a:gd name="connsiteY8" fmla="*/ 5624181 h 6402614"/>
                <a:gd name="connsiteX9" fmla="*/ 0 w 5378623"/>
                <a:gd name="connsiteY9" fmla="*/ 5197118 h 6402614"/>
                <a:gd name="connsiteX10" fmla="*/ 120950 w 5378623"/>
                <a:gd name="connsiteY10" fmla="*/ 5327736 h 6402614"/>
                <a:gd name="connsiteX11" fmla="*/ 553277 w 5378623"/>
                <a:gd name="connsiteY11" fmla="*/ 5674143 h 6402614"/>
                <a:gd name="connsiteX12" fmla="*/ 1048951 w 5378623"/>
                <a:gd name="connsiteY12" fmla="*/ 5913372 h 6402614"/>
                <a:gd name="connsiteX13" fmla="*/ 1114406 w 5378623"/>
                <a:gd name="connsiteY13" fmla="*/ 5935664 h 6402614"/>
                <a:gd name="connsiteX14" fmla="*/ 1180375 w 5378623"/>
                <a:gd name="connsiteY14" fmla="*/ 5956470 h 6402614"/>
                <a:gd name="connsiteX15" fmla="*/ 1247107 w 5378623"/>
                <a:gd name="connsiteY15" fmla="*/ 5975278 h 6402614"/>
                <a:gd name="connsiteX16" fmla="*/ 1313053 w 5378623"/>
                <a:gd name="connsiteY16" fmla="*/ 5991905 h 6402614"/>
                <a:gd name="connsiteX17" fmla="*/ 1578771 w 5378623"/>
                <a:gd name="connsiteY17" fmla="*/ 6035400 h 6402614"/>
                <a:gd name="connsiteX18" fmla="*/ 2116969 w 5378623"/>
                <a:gd name="connsiteY18" fmla="*/ 6005033 h 6402614"/>
                <a:gd name="connsiteX19" fmla="*/ 2648341 w 5378623"/>
                <a:gd name="connsiteY19" fmla="*/ 5837212 h 6402614"/>
                <a:gd name="connsiteX20" fmla="*/ 3166862 w 5378623"/>
                <a:gd name="connsiteY20" fmla="*/ 5582136 h 6402614"/>
                <a:gd name="connsiteX21" fmla="*/ 3295551 w 5378623"/>
                <a:gd name="connsiteY21" fmla="*/ 5510900 h 6402614"/>
                <a:gd name="connsiteX22" fmla="*/ 3426292 w 5378623"/>
                <a:gd name="connsiteY22" fmla="*/ 5437546 h 6402614"/>
                <a:gd name="connsiteX23" fmla="*/ 3693498 w 5378623"/>
                <a:gd name="connsiteY23" fmla="*/ 5296779 h 6402614"/>
                <a:gd name="connsiteX24" fmla="*/ 3957511 w 5378623"/>
                <a:gd name="connsiteY24" fmla="*/ 5162806 h 6402614"/>
                <a:gd name="connsiteX25" fmla="*/ 4212170 w 5378623"/>
                <a:gd name="connsiteY25" fmla="*/ 5024936 h 6402614"/>
                <a:gd name="connsiteX26" fmla="*/ 4449651 w 5378623"/>
                <a:gd name="connsiteY26" fmla="*/ 4870986 h 6402614"/>
                <a:gd name="connsiteX27" fmla="*/ 4659728 w 5378623"/>
                <a:gd name="connsiteY27" fmla="*/ 4689640 h 6402614"/>
                <a:gd name="connsiteX28" fmla="*/ 4830457 w 5378623"/>
                <a:gd name="connsiteY28" fmla="*/ 4472596 h 6402614"/>
                <a:gd name="connsiteX29" fmla="*/ 4955705 w 5378623"/>
                <a:gd name="connsiteY29" fmla="*/ 4222268 h 6402614"/>
                <a:gd name="connsiteX30" fmla="*/ 4968352 w 5378623"/>
                <a:gd name="connsiteY30" fmla="*/ 4189141 h 6402614"/>
                <a:gd name="connsiteX31" fmla="*/ 4979564 w 5378623"/>
                <a:gd name="connsiteY31" fmla="*/ 4155400 h 6402614"/>
                <a:gd name="connsiteX32" fmla="*/ 4990913 w 5378623"/>
                <a:gd name="connsiteY32" fmla="*/ 4121577 h 6402614"/>
                <a:gd name="connsiteX33" fmla="*/ 5000865 w 5378623"/>
                <a:gd name="connsiteY33" fmla="*/ 4086570 h 6402614"/>
                <a:gd name="connsiteX34" fmla="*/ 5020612 w 5378623"/>
                <a:gd name="connsiteY34" fmla="*/ 4016281 h 6402614"/>
                <a:gd name="connsiteX35" fmla="*/ 5030486 w 5378623"/>
                <a:gd name="connsiteY35" fmla="*/ 3981137 h 6402614"/>
                <a:gd name="connsiteX36" fmla="*/ 5035423 w 5378623"/>
                <a:gd name="connsiteY36" fmla="*/ 3963565 h 6402614"/>
                <a:gd name="connsiteX37" fmla="*/ 5039507 w 5378623"/>
                <a:gd name="connsiteY37" fmla="*/ 3945765 h 6402614"/>
                <a:gd name="connsiteX38" fmla="*/ 5071597 w 5378623"/>
                <a:gd name="connsiteY38" fmla="*/ 3802972 h 6402614"/>
                <a:gd name="connsiteX39" fmla="*/ 5096108 w 5378623"/>
                <a:gd name="connsiteY39" fmla="*/ 3658610 h 6402614"/>
                <a:gd name="connsiteX40" fmla="*/ 5113299 w 5378623"/>
                <a:gd name="connsiteY40" fmla="*/ 3512985 h 6402614"/>
                <a:gd name="connsiteX41" fmla="*/ 5115328 w 5378623"/>
                <a:gd name="connsiteY41" fmla="*/ 3494749 h 6402614"/>
                <a:gd name="connsiteX42" fmla="*/ 5116446 w 5378623"/>
                <a:gd name="connsiteY42" fmla="*/ 3476502 h 6402614"/>
                <a:gd name="connsiteX43" fmla="*/ 5118711 w 5378623"/>
                <a:gd name="connsiteY43" fmla="*/ 3439898 h 6402614"/>
                <a:gd name="connsiteX44" fmla="*/ 5123270 w 5378623"/>
                <a:gd name="connsiteY44" fmla="*/ 3366583 h 6402614"/>
                <a:gd name="connsiteX45" fmla="*/ 5121172 w 5378623"/>
                <a:gd name="connsiteY45" fmla="*/ 3072860 h 6402614"/>
                <a:gd name="connsiteX46" fmla="*/ 5119473 w 5378623"/>
                <a:gd name="connsiteY46" fmla="*/ 3036121 h 6402614"/>
                <a:gd name="connsiteX47" fmla="*/ 5116244 w 5378623"/>
                <a:gd name="connsiteY47" fmla="*/ 2999552 h 6402614"/>
                <a:gd name="connsiteX48" fmla="*/ 5109221 w 5378623"/>
                <a:gd name="connsiteY48" fmla="*/ 2926379 h 6402614"/>
                <a:gd name="connsiteX49" fmla="*/ 5089643 w 5378623"/>
                <a:gd name="connsiteY49" fmla="*/ 2780639 h 6402614"/>
                <a:gd name="connsiteX50" fmla="*/ 5084078 w 5378623"/>
                <a:gd name="connsiteY50" fmla="*/ 2744255 h 6402614"/>
                <a:gd name="connsiteX51" fmla="*/ 5077785 w 5378623"/>
                <a:gd name="connsiteY51" fmla="*/ 2708026 h 6402614"/>
                <a:gd name="connsiteX52" fmla="*/ 5063128 w 5378623"/>
                <a:gd name="connsiteY52" fmla="*/ 2636053 h 6402614"/>
                <a:gd name="connsiteX53" fmla="*/ 5047530 w 5378623"/>
                <a:gd name="connsiteY53" fmla="*/ 2564176 h 6402614"/>
                <a:gd name="connsiteX54" fmla="*/ 5028967 w 5378623"/>
                <a:gd name="connsiteY54" fmla="*/ 2493127 h 6402614"/>
                <a:gd name="connsiteX55" fmla="*/ 4822623 w 5378623"/>
                <a:gd name="connsiteY55" fmla="*/ 1944830 h 6402614"/>
                <a:gd name="connsiteX56" fmla="*/ 4108183 w 5378623"/>
                <a:gd name="connsiteY56" fmla="*/ 1038170 h 6402614"/>
                <a:gd name="connsiteX57" fmla="*/ 3638213 w 5378623"/>
                <a:gd name="connsiteY57" fmla="*/ 712395 h 6402614"/>
                <a:gd name="connsiteX58" fmla="*/ 3575480 w 5378623"/>
                <a:gd name="connsiteY58" fmla="*/ 678662 h 6402614"/>
                <a:gd name="connsiteX59" fmla="*/ 3512574 w 5378623"/>
                <a:gd name="connsiteY59" fmla="*/ 645577 h 6402614"/>
                <a:gd name="connsiteX60" fmla="*/ 3448603 w 5378623"/>
                <a:gd name="connsiteY60" fmla="*/ 614757 h 6402614"/>
                <a:gd name="connsiteX61" fmla="*/ 3416617 w 5378623"/>
                <a:gd name="connsiteY61" fmla="*/ 599347 h 6402614"/>
                <a:gd name="connsiteX62" fmla="*/ 3384352 w 5378623"/>
                <a:gd name="connsiteY62" fmla="*/ 584559 h 6402614"/>
                <a:gd name="connsiteX63" fmla="*/ 3254088 w 5378623"/>
                <a:gd name="connsiteY63" fmla="*/ 529021 h 6402614"/>
                <a:gd name="connsiteX64" fmla="*/ 3121640 w 5378623"/>
                <a:gd name="connsiteY64" fmla="*/ 479505 h 6402614"/>
                <a:gd name="connsiteX65" fmla="*/ 2987193 w 5378623"/>
                <a:gd name="connsiteY65" fmla="*/ 436176 h 6402614"/>
                <a:gd name="connsiteX66" fmla="*/ 2851296 w 5378623"/>
                <a:gd name="connsiteY66" fmla="*/ 398256 h 6402614"/>
                <a:gd name="connsiteX67" fmla="*/ 2573611 w 5378623"/>
                <a:gd name="connsiteY67" fmla="*/ 336717 h 6402614"/>
                <a:gd name="connsiteX68" fmla="*/ 2014208 w 5378623"/>
                <a:gd name="connsiteY68" fmla="*/ 276896 h 6402614"/>
                <a:gd name="connsiteX69" fmla="*/ 1457097 w 5378623"/>
                <a:gd name="connsiteY69" fmla="*/ 322828 h 6402614"/>
                <a:gd name="connsiteX70" fmla="*/ 914684 w 5378623"/>
                <a:gd name="connsiteY70" fmla="*/ 486648 h 6402614"/>
                <a:gd name="connsiteX71" fmla="*/ 848661 w 5378623"/>
                <a:gd name="connsiteY71" fmla="*/ 515093 h 6402614"/>
                <a:gd name="connsiteX72" fmla="*/ 782834 w 5378623"/>
                <a:gd name="connsiteY72" fmla="*/ 544519 h 6402614"/>
                <a:gd name="connsiteX73" fmla="*/ 717715 w 5378623"/>
                <a:gd name="connsiteY73" fmla="*/ 575988 h 6402614"/>
                <a:gd name="connsiteX74" fmla="*/ 653112 w 5378623"/>
                <a:gd name="connsiteY74" fmla="*/ 608523 h 6402614"/>
                <a:gd name="connsiteX75" fmla="*/ 406671 w 5378623"/>
                <a:gd name="connsiteY75" fmla="*/ 756246 h 6402614"/>
                <a:gd name="connsiteX76" fmla="*/ 191033 w 5378623"/>
                <a:gd name="connsiteY76" fmla="*/ 942131 h 6402614"/>
                <a:gd name="connsiteX77" fmla="*/ 143339 w 5378623"/>
                <a:gd name="connsiteY77" fmla="*/ 996006 h 6402614"/>
                <a:gd name="connsiteX78" fmla="*/ 98848 w 5378623"/>
                <a:gd name="connsiteY78" fmla="*/ 1053288 h 6402614"/>
                <a:gd name="connsiteX79" fmla="*/ 56083 w 5378623"/>
                <a:gd name="connsiteY79" fmla="*/ 1112657 h 6402614"/>
                <a:gd name="connsiteX80" fmla="*/ 14889 w 5378623"/>
                <a:gd name="connsiteY80" fmla="*/ 1173837 h 6402614"/>
                <a:gd name="connsiteX81" fmla="*/ 0 w 5378623"/>
                <a:gd name="connsiteY81" fmla="*/ 1198088 h 6402614"/>
                <a:gd name="connsiteX82" fmla="*/ 0 w 5378623"/>
                <a:gd name="connsiteY82" fmla="*/ 888809 h 6402614"/>
                <a:gd name="connsiteX83" fmla="*/ 88781 w 5378623"/>
                <a:gd name="connsiteY83" fmla="*/ 802825 h 6402614"/>
                <a:gd name="connsiteX84" fmla="*/ 2220349 w 5378623"/>
                <a:gd name="connsiteY84" fmla="*/ 67 h 6402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5378623" h="6402614">
                  <a:moveTo>
                    <a:pt x="2220349" y="67"/>
                  </a:moveTo>
                  <a:cubicBezTo>
                    <a:pt x="2484151" y="1784"/>
                    <a:pt x="2751801" y="36820"/>
                    <a:pt x="3018161" y="108191"/>
                  </a:cubicBezTo>
                  <a:cubicBezTo>
                    <a:pt x="4722867" y="564965"/>
                    <a:pt x="5729192" y="2337049"/>
                    <a:pt x="5265831" y="4066338"/>
                  </a:cubicBezTo>
                  <a:cubicBezTo>
                    <a:pt x="4947269" y="5255224"/>
                    <a:pt x="4017004" y="6114300"/>
                    <a:pt x="2912752" y="6386691"/>
                  </a:cubicBezTo>
                  <a:lnTo>
                    <a:pt x="2840648" y="6402614"/>
                  </a:lnTo>
                  <a:lnTo>
                    <a:pt x="1474249" y="6402614"/>
                  </a:lnTo>
                  <a:lnTo>
                    <a:pt x="1340218" y="6370360"/>
                  </a:lnTo>
                  <a:cubicBezTo>
                    <a:pt x="914042" y="6256167"/>
                    <a:pt x="531514" y="6059766"/>
                    <a:pt x="204687" y="5802379"/>
                  </a:cubicBezTo>
                  <a:lnTo>
                    <a:pt x="0" y="5624181"/>
                  </a:lnTo>
                  <a:lnTo>
                    <a:pt x="0" y="5197118"/>
                  </a:lnTo>
                  <a:lnTo>
                    <a:pt x="120950" y="5327736"/>
                  </a:lnTo>
                  <a:cubicBezTo>
                    <a:pt x="253827" y="5458395"/>
                    <a:pt x="397634" y="5575985"/>
                    <a:pt x="553277" y="5674143"/>
                  </a:cubicBezTo>
                  <a:cubicBezTo>
                    <a:pt x="708978" y="5772084"/>
                    <a:pt x="875421" y="5851690"/>
                    <a:pt x="1048951" y="5913372"/>
                  </a:cubicBezTo>
                  <a:cubicBezTo>
                    <a:pt x="1070860" y="5920750"/>
                    <a:pt x="1092382" y="5928719"/>
                    <a:pt x="1114406" y="5935664"/>
                  </a:cubicBezTo>
                  <a:lnTo>
                    <a:pt x="1180375" y="5956470"/>
                  </a:lnTo>
                  <a:lnTo>
                    <a:pt x="1247107" y="5975278"/>
                  </a:lnTo>
                  <a:cubicBezTo>
                    <a:pt x="1269462" y="5981848"/>
                    <a:pt x="1291029" y="5986236"/>
                    <a:pt x="1313053" y="5991905"/>
                  </a:cubicBezTo>
                  <a:cubicBezTo>
                    <a:pt x="1400808" y="6012869"/>
                    <a:pt x="1489584" y="6027036"/>
                    <a:pt x="1578771" y="6035400"/>
                  </a:cubicBezTo>
                  <a:cubicBezTo>
                    <a:pt x="1757312" y="6051941"/>
                    <a:pt x="1937844" y="6040152"/>
                    <a:pt x="2116969" y="6005033"/>
                  </a:cubicBezTo>
                  <a:cubicBezTo>
                    <a:pt x="2296104" y="5969454"/>
                    <a:pt x="2473717" y="5910978"/>
                    <a:pt x="2648341" y="5837212"/>
                  </a:cubicBezTo>
                  <a:cubicBezTo>
                    <a:pt x="2823148" y="5763610"/>
                    <a:pt x="2995347" y="5675863"/>
                    <a:pt x="3166862" y="5582136"/>
                  </a:cubicBezTo>
                  <a:cubicBezTo>
                    <a:pt x="3209843" y="5558645"/>
                    <a:pt x="3252667" y="5534880"/>
                    <a:pt x="3295551" y="5510900"/>
                  </a:cubicBezTo>
                  <a:lnTo>
                    <a:pt x="3426292" y="5437546"/>
                  </a:lnTo>
                  <a:cubicBezTo>
                    <a:pt x="3515217" y="5388460"/>
                    <a:pt x="3604599" y="5341930"/>
                    <a:pt x="3693498" y="5296779"/>
                  </a:cubicBezTo>
                  <a:lnTo>
                    <a:pt x="3957511" y="5162806"/>
                  </a:lnTo>
                  <a:cubicBezTo>
                    <a:pt x="4044259" y="5118005"/>
                    <a:pt x="4129592" y="5072941"/>
                    <a:pt x="4212170" y="5024936"/>
                  </a:cubicBezTo>
                  <a:cubicBezTo>
                    <a:pt x="4294563" y="4976766"/>
                    <a:pt x="4374532" y="4926554"/>
                    <a:pt x="4449651" y="4870986"/>
                  </a:cubicBezTo>
                  <a:cubicBezTo>
                    <a:pt x="4524973" y="4815937"/>
                    <a:pt x="4596075" y="4756163"/>
                    <a:pt x="4659728" y="4689640"/>
                  </a:cubicBezTo>
                  <a:cubicBezTo>
                    <a:pt x="4723566" y="4623283"/>
                    <a:pt x="4780828" y="4550758"/>
                    <a:pt x="4830457" y="4472596"/>
                  </a:cubicBezTo>
                  <a:cubicBezTo>
                    <a:pt x="4880087" y="4394434"/>
                    <a:pt x="4921716" y="4310302"/>
                    <a:pt x="4955705" y="4222268"/>
                  </a:cubicBezTo>
                  <a:lnTo>
                    <a:pt x="4968352" y="4189141"/>
                  </a:lnTo>
                  <a:lnTo>
                    <a:pt x="4979564" y="4155400"/>
                  </a:lnTo>
                  <a:lnTo>
                    <a:pt x="4990913" y="4121577"/>
                  </a:lnTo>
                  <a:cubicBezTo>
                    <a:pt x="4994441" y="4110119"/>
                    <a:pt x="4997522" y="4098194"/>
                    <a:pt x="5000865" y="4086570"/>
                  </a:cubicBezTo>
                  <a:lnTo>
                    <a:pt x="5020612" y="4016281"/>
                  </a:lnTo>
                  <a:lnTo>
                    <a:pt x="5030486" y="3981137"/>
                  </a:lnTo>
                  <a:lnTo>
                    <a:pt x="5035423" y="3963565"/>
                  </a:lnTo>
                  <a:lnTo>
                    <a:pt x="5039507" y="3945765"/>
                  </a:lnTo>
                  <a:cubicBezTo>
                    <a:pt x="5050088" y="3898175"/>
                    <a:pt x="5061308" y="3850756"/>
                    <a:pt x="5071597" y="3802972"/>
                  </a:cubicBezTo>
                  <a:lnTo>
                    <a:pt x="5096108" y="3658610"/>
                  </a:lnTo>
                  <a:cubicBezTo>
                    <a:pt x="5102684" y="3610180"/>
                    <a:pt x="5107604" y="3561536"/>
                    <a:pt x="5113299" y="3512985"/>
                  </a:cubicBezTo>
                  <a:lnTo>
                    <a:pt x="5115328" y="3494749"/>
                  </a:lnTo>
                  <a:lnTo>
                    <a:pt x="5116446" y="3476502"/>
                  </a:lnTo>
                  <a:lnTo>
                    <a:pt x="5118711" y="3439898"/>
                  </a:lnTo>
                  <a:lnTo>
                    <a:pt x="5123270" y="3366583"/>
                  </a:lnTo>
                  <a:cubicBezTo>
                    <a:pt x="5126606" y="3268829"/>
                    <a:pt x="5127431" y="3170634"/>
                    <a:pt x="5121172" y="3072860"/>
                  </a:cubicBezTo>
                  <a:lnTo>
                    <a:pt x="5119473" y="3036121"/>
                  </a:lnTo>
                  <a:cubicBezTo>
                    <a:pt x="5118968" y="3023930"/>
                    <a:pt x="5117310" y="3011778"/>
                    <a:pt x="5116244" y="2999552"/>
                  </a:cubicBezTo>
                  <a:lnTo>
                    <a:pt x="5109221" y="2926379"/>
                  </a:lnTo>
                  <a:cubicBezTo>
                    <a:pt x="5105544" y="2877404"/>
                    <a:pt x="5096760" y="2829145"/>
                    <a:pt x="5089643" y="2780639"/>
                  </a:cubicBezTo>
                  <a:lnTo>
                    <a:pt x="5084078" y="2744255"/>
                  </a:lnTo>
                  <a:cubicBezTo>
                    <a:pt x="5082420" y="2732104"/>
                    <a:pt x="5080412" y="2719974"/>
                    <a:pt x="5077785" y="2708026"/>
                  </a:cubicBezTo>
                  <a:lnTo>
                    <a:pt x="5063128" y="2636053"/>
                  </a:lnTo>
                  <a:cubicBezTo>
                    <a:pt x="5057902" y="2612048"/>
                    <a:pt x="5053511" y="2587920"/>
                    <a:pt x="5047530" y="2564176"/>
                  </a:cubicBezTo>
                  <a:lnTo>
                    <a:pt x="5028967" y="2493127"/>
                  </a:lnTo>
                  <a:cubicBezTo>
                    <a:pt x="4979424" y="2303537"/>
                    <a:pt x="4909775" y="2119458"/>
                    <a:pt x="4822623" y="1944830"/>
                  </a:cubicBezTo>
                  <a:cubicBezTo>
                    <a:pt x="4648947" y="1594931"/>
                    <a:pt x="4401749" y="1285261"/>
                    <a:pt x="4108183" y="1038170"/>
                  </a:cubicBezTo>
                  <a:cubicBezTo>
                    <a:pt x="3961444" y="914460"/>
                    <a:pt x="3803854" y="805232"/>
                    <a:pt x="3638213" y="712395"/>
                  </a:cubicBezTo>
                  <a:lnTo>
                    <a:pt x="3575480" y="678662"/>
                  </a:lnTo>
                  <a:cubicBezTo>
                    <a:pt x="3554450" y="667578"/>
                    <a:pt x="3534194" y="655311"/>
                    <a:pt x="3512574" y="645577"/>
                  </a:cubicBezTo>
                  <a:lnTo>
                    <a:pt x="3448603" y="614757"/>
                  </a:lnTo>
                  <a:lnTo>
                    <a:pt x="3416617" y="599347"/>
                  </a:lnTo>
                  <a:cubicBezTo>
                    <a:pt x="3406000" y="594185"/>
                    <a:pt x="3395413" y="588913"/>
                    <a:pt x="3384352" y="584559"/>
                  </a:cubicBezTo>
                  <a:cubicBezTo>
                    <a:pt x="3340850" y="566062"/>
                    <a:pt x="3297707" y="547083"/>
                    <a:pt x="3254088" y="529021"/>
                  </a:cubicBezTo>
                  <a:cubicBezTo>
                    <a:pt x="3209736" y="512847"/>
                    <a:pt x="3165607" y="496270"/>
                    <a:pt x="3121640" y="479505"/>
                  </a:cubicBezTo>
                  <a:lnTo>
                    <a:pt x="2987193" y="436176"/>
                  </a:lnTo>
                  <a:cubicBezTo>
                    <a:pt x="2942116" y="422708"/>
                    <a:pt x="2896575" y="410968"/>
                    <a:pt x="2851296" y="398256"/>
                  </a:cubicBezTo>
                  <a:cubicBezTo>
                    <a:pt x="2759507" y="375285"/>
                    <a:pt x="2666373" y="353923"/>
                    <a:pt x="2573611" y="336717"/>
                  </a:cubicBezTo>
                  <a:cubicBezTo>
                    <a:pt x="2387776" y="301762"/>
                    <a:pt x="2200839" y="280304"/>
                    <a:pt x="2014208" y="276896"/>
                  </a:cubicBezTo>
                  <a:cubicBezTo>
                    <a:pt x="1827605" y="273381"/>
                    <a:pt x="1641223" y="288238"/>
                    <a:pt x="1457097" y="322828"/>
                  </a:cubicBezTo>
                  <a:cubicBezTo>
                    <a:pt x="1272912" y="357634"/>
                    <a:pt x="1091595" y="413727"/>
                    <a:pt x="914684" y="486648"/>
                  </a:cubicBezTo>
                  <a:lnTo>
                    <a:pt x="848661" y="515093"/>
                  </a:lnTo>
                  <a:cubicBezTo>
                    <a:pt x="826573" y="524592"/>
                    <a:pt x="804281" y="533573"/>
                    <a:pt x="782834" y="544519"/>
                  </a:cubicBezTo>
                  <a:lnTo>
                    <a:pt x="717715" y="575988"/>
                  </a:lnTo>
                  <a:cubicBezTo>
                    <a:pt x="696005" y="586632"/>
                    <a:pt x="673986" y="596729"/>
                    <a:pt x="653112" y="608523"/>
                  </a:cubicBezTo>
                  <a:cubicBezTo>
                    <a:pt x="568070" y="653782"/>
                    <a:pt x="483901" y="700897"/>
                    <a:pt x="406671" y="756246"/>
                  </a:cubicBezTo>
                  <a:cubicBezTo>
                    <a:pt x="327441" y="809669"/>
                    <a:pt x="256836" y="872706"/>
                    <a:pt x="191033" y="942131"/>
                  </a:cubicBezTo>
                  <a:cubicBezTo>
                    <a:pt x="175048" y="959988"/>
                    <a:pt x="159064" y="977846"/>
                    <a:pt x="143339" y="996006"/>
                  </a:cubicBezTo>
                  <a:lnTo>
                    <a:pt x="98848" y="1053288"/>
                  </a:lnTo>
                  <a:cubicBezTo>
                    <a:pt x="83542" y="1072023"/>
                    <a:pt x="70312" y="1092822"/>
                    <a:pt x="56083" y="1112657"/>
                  </a:cubicBezTo>
                  <a:cubicBezTo>
                    <a:pt x="42010" y="1132765"/>
                    <a:pt x="27965" y="1152765"/>
                    <a:pt x="14889" y="1173837"/>
                  </a:cubicBezTo>
                  <a:lnTo>
                    <a:pt x="0" y="1198088"/>
                  </a:lnTo>
                  <a:lnTo>
                    <a:pt x="0" y="888809"/>
                  </a:lnTo>
                  <a:lnTo>
                    <a:pt x="88781" y="802825"/>
                  </a:lnTo>
                  <a:cubicBezTo>
                    <a:pt x="672175" y="289643"/>
                    <a:pt x="1428944" y="-5083"/>
                    <a:pt x="2220349" y="6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462" y="2023236"/>
            <a:ext cx="3658824" cy="2820908"/>
          </a:xfrm>
        </p:spPr>
        <p:txBody>
          <a:bodyPr>
            <a:normAutofit/>
          </a:bodyPr>
          <a:lstStyle/>
          <a:p>
            <a:pPr>
              <a:defRPr sz="3800" b="1">
                <a:solidFill>
                  <a:srgbClr val="360099"/>
                </a:solidFill>
              </a:defRPr>
            </a:pPr>
            <a:r>
              <a:rPr lang="en-US" sz="4000">
                <a:solidFill>
                  <a:schemeClr val="tx2"/>
                </a:solidFill>
              </a:rPr>
              <a:t>Recap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43644798-5623-FD29-08C1-20D6832041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8468280"/>
              </p:ext>
            </p:extLst>
          </p:nvPr>
        </p:nvGraphicFramePr>
        <p:xfrm>
          <a:off x="6353425" y="955653"/>
          <a:ext cx="5027890" cy="4947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365125"/>
            <a:ext cx="5557042" cy="1325563"/>
          </a:xfrm>
        </p:spPr>
        <p:txBody>
          <a:bodyPr>
            <a:normAutofit/>
          </a:bodyPr>
          <a:lstStyle/>
          <a:p>
            <a:pPr>
              <a:defRPr sz="3800" b="1">
                <a:solidFill>
                  <a:srgbClr val="360099"/>
                </a:solidFill>
              </a:defRPr>
            </a:pPr>
            <a:r>
              <a:rPr lang="en-US" sz="3800"/>
              <a:t>Mini Quiz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6036" y="1"/>
            <a:ext cx="1134770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825625"/>
            <a:ext cx="5557042" cy="4351338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200" dirty="0"/>
              <a:t>Q1: What is a prompt?</a:t>
            </a:r>
          </a:p>
          <a:p>
            <a:pPr>
              <a:defRPr sz="2200"/>
            </a:pPr>
            <a:r>
              <a:rPr lang="en-US" sz="2200" dirty="0"/>
              <a:t>Q2: Why is prompt engineering valuable?</a:t>
            </a:r>
          </a:p>
          <a:p>
            <a:pPr>
              <a:defRPr sz="2200"/>
            </a:pPr>
            <a:r>
              <a:rPr lang="en-US" sz="2200" dirty="0"/>
              <a:t>Q3: Which is better? 'Tell me about history' vs 'Summarize causes of WWI'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9533" y="2624479"/>
            <a:ext cx="812216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09785" y="1218842"/>
            <a:ext cx="2387600" cy="2386978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9533" y="0"/>
            <a:ext cx="231464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1584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2683" y="4112081"/>
            <a:ext cx="1186142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5354" y="4145122"/>
            <a:ext cx="4082370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9533" y="4962670"/>
            <a:ext cx="264266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6740" y="0"/>
            <a:ext cx="4062085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6190" y="-5306190"/>
            <a:ext cx="1576446" cy="1218882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239" y="348865"/>
            <a:ext cx="10041408" cy="877729"/>
          </a:xfrm>
        </p:spPr>
        <p:txBody>
          <a:bodyPr anchor="ctr">
            <a:normAutofit/>
          </a:bodyPr>
          <a:lstStyle/>
          <a:p>
            <a:pPr>
              <a:defRPr sz="3800" b="1">
                <a:solidFill>
                  <a:srgbClr val="360099"/>
                </a:solidFill>
              </a:defRPr>
            </a:pPr>
            <a:r>
              <a:rPr lang="en-US" sz="4000">
                <a:solidFill>
                  <a:srgbClr val="FFFFFF"/>
                </a:solidFill>
              </a:rPr>
              <a:t>Google vs Generative AI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FD5901-55B2-8377-2A96-68E472037C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0034729"/>
              </p:ext>
            </p:extLst>
          </p:nvPr>
        </p:nvGraphicFramePr>
        <p:xfrm>
          <a:off x="643888" y="2112579"/>
          <a:ext cx="10924983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834" y="640823"/>
            <a:ext cx="3417769" cy="5583148"/>
          </a:xfrm>
        </p:spPr>
        <p:txBody>
          <a:bodyPr anchor="ctr">
            <a:normAutofit/>
          </a:bodyPr>
          <a:lstStyle/>
          <a:p>
            <a:pPr>
              <a:defRPr sz="3800" b="1">
                <a:solidFill>
                  <a:srgbClr val="360099"/>
                </a:solidFill>
              </a:defRPr>
            </a:pPr>
            <a:r>
              <a:rPr lang="en-US" sz="5300"/>
              <a:t>Why Prompts Shape Outputs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6322" y="3462721"/>
            <a:ext cx="5410200" cy="18283"/>
          </a:xfrm>
          <a:custGeom>
            <a:avLst/>
            <a:gdLst>
              <a:gd name="connsiteX0" fmla="*/ 0 w 5410200"/>
              <a:gd name="connsiteY0" fmla="*/ 0 h 18283"/>
              <a:gd name="connsiteX1" fmla="*/ 568071 w 5410200"/>
              <a:gd name="connsiteY1" fmla="*/ 0 h 18283"/>
              <a:gd name="connsiteX2" fmla="*/ 1298448 w 5410200"/>
              <a:gd name="connsiteY2" fmla="*/ 0 h 18283"/>
              <a:gd name="connsiteX3" fmla="*/ 1920621 w 5410200"/>
              <a:gd name="connsiteY3" fmla="*/ 0 h 18283"/>
              <a:gd name="connsiteX4" fmla="*/ 2488692 w 5410200"/>
              <a:gd name="connsiteY4" fmla="*/ 0 h 18283"/>
              <a:gd name="connsiteX5" fmla="*/ 3219069 w 5410200"/>
              <a:gd name="connsiteY5" fmla="*/ 0 h 18283"/>
              <a:gd name="connsiteX6" fmla="*/ 3895344 w 5410200"/>
              <a:gd name="connsiteY6" fmla="*/ 0 h 18283"/>
              <a:gd name="connsiteX7" fmla="*/ 4571619 w 5410200"/>
              <a:gd name="connsiteY7" fmla="*/ 0 h 18283"/>
              <a:gd name="connsiteX8" fmla="*/ 5410200 w 5410200"/>
              <a:gd name="connsiteY8" fmla="*/ 0 h 18283"/>
              <a:gd name="connsiteX9" fmla="*/ 5410200 w 5410200"/>
              <a:gd name="connsiteY9" fmla="*/ 18283 h 18283"/>
              <a:gd name="connsiteX10" fmla="*/ 4842129 w 5410200"/>
              <a:gd name="connsiteY10" fmla="*/ 18283 h 18283"/>
              <a:gd name="connsiteX11" fmla="*/ 4328160 w 5410200"/>
              <a:gd name="connsiteY11" fmla="*/ 18283 h 18283"/>
              <a:gd name="connsiteX12" fmla="*/ 3597783 w 5410200"/>
              <a:gd name="connsiteY12" fmla="*/ 18283 h 18283"/>
              <a:gd name="connsiteX13" fmla="*/ 3029712 w 5410200"/>
              <a:gd name="connsiteY13" fmla="*/ 18283 h 18283"/>
              <a:gd name="connsiteX14" fmla="*/ 2299335 w 5410200"/>
              <a:gd name="connsiteY14" fmla="*/ 18283 h 18283"/>
              <a:gd name="connsiteX15" fmla="*/ 1514856 w 5410200"/>
              <a:gd name="connsiteY15" fmla="*/ 18283 h 18283"/>
              <a:gd name="connsiteX16" fmla="*/ 892683 w 5410200"/>
              <a:gd name="connsiteY16" fmla="*/ 18283 h 18283"/>
              <a:gd name="connsiteX17" fmla="*/ 0 w 5410200"/>
              <a:gd name="connsiteY17" fmla="*/ 18283 h 18283"/>
              <a:gd name="connsiteX18" fmla="*/ 0 w 5410200"/>
              <a:gd name="connsiteY18" fmla="*/ 0 h 18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3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668" y="5552"/>
                  <a:pt x="5410359" y="10298"/>
                  <a:pt x="5410200" y="18283"/>
                </a:cubicBezTo>
                <a:cubicBezTo>
                  <a:pt x="5139060" y="6746"/>
                  <a:pt x="5121593" y="31030"/>
                  <a:pt x="4842129" y="18283"/>
                </a:cubicBezTo>
                <a:cubicBezTo>
                  <a:pt x="4562665" y="5536"/>
                  <a:pt x="4448273" y="9482"/>
                  <a:pt x="4328160" y="18283"/>
                </a:cubicBezTo>
                <a:cubicBezTo>
                  <a:pt x="4208047" y="27084"/>
                  <a:pt x="3760936" y="22562"/>
                  <a:pt x="3597783" y="18283"/>
                </a:cubicBezTo>
                <a:cubicBezTo>
                  <a:pt x="3434630" y="14004"/>
                  <a:pt x="3299718" y="33208"/>
                  <a:pt x="3029712" y="18283"/>
                </a:cubicBezTo>
                <a:cubicBezTo>
                  <a:pt x="2759706" y="3358"/>
                  <a:pt x="2640159" y="27389"/>
                  <a:pt x="2299335" y="18283"/>
                </a:cubicBezTo>
                <a:cubicBezTo>
                  <a:pt x="1958511" y="9177"/>
                  <a:pt x="1801186" y="28980"/>
                  <a:pt x="1514856" y="18283"/>
                </a:cubicBezTo>
                <a:cubicBezTo>
                  <a:pt x="1228526" y="7586"/>
                  <a:pt x="1063509" y="-5310"/>
                  <a:pt x="892683" y="18283"/>
                </a:cubicBezTo>
                <a:cubicBezTo>
                  <a:pt x="721857" y="41876"/>
                  <a:pt x="186945" y="-20902"/>
                  <a:pt x="0" y="18283"/>
                </a:cubicBezTo>
                <a:cubicBezTo>
                  <a:pt x="-85" y="11289"/>
                  <a:pt x="-520" y="6143"/>
                  <a:pt x="0" y="0"/>
                </a:cubicBezTo>
                <a:close/>
              </a:path>
              <a:path w="5410200" h="18283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301" y="8438"/>
                  <a:pt x="5409761" y="10638"/>
                  <a:pt x="5410200" y="18283"/>
                </a:cubicBezTo>
                <a:cubicBezTo>
                  <a:pt x="5163327" y="41489"/>
                  <a:pt x="5008749" y="10688"/>
                  <a:pt x="4842129" y="18283"/>
                </a:cubicBezTo>
                <a:cubicBezTo>
                  <a:pt x="4675509" y="25878"/>
                  <a:pt x="4433401" y="-620"/>
                  <a:pt x="4165854" y="18283"/>
                </a:cubicBezTo>
                <a:cubicBezTo>
                  <a:pt x="3898308" y="37186"/>
                  <a:pt x="3809032" y="-8715"/>
                  <a:pt x="3543681" y="18283"/>
                </a:cubicBezTo>
                <a:cubicBezTo>
                  <a:pt x="3278330" y="45281"/>
                  <a:pt x="3073876" y="-15922"/>
                  <a:pt x="2759202" y="18283"/>
                </a:cubicBezTo>
                <a:cubicBezTo>
                  <a:pt x="2444528" y="52488"/>
                  <a:pt x="2204144" y="3367"/>
                  <a:pt x="1974723" y="18283"/>
                </a:cubicBezTo>
                <a:cubicBezTo>
                  <a:pt x="1745302" y="33199"/>
                  <a:pt x="1602335" y="31485"/>
                  <a:pt x="1406652" y="18283"/>
                </a:cubicBezTo>
                <a:cubicBezTo>
                  <a:pt x="1210969" y="5081"/>
                  <a:pt x="923948" y="3156"/>
                  <a:pt x="730377" y="18283"/>
                </a:cubicBezTo>
                <a:cubicBezTo>
                  <a:pt x="536806" y="33410"/>
                  <a:pt x="336496" y="-146"/>
                  <a:pt x="0" y="18283"/>
                </a:cubicBezTo>
                <a:cubicBezTo>
                  <a:pt x="160" y="10086"/>
                  <a:pt x="-801" y="76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7483D751-B7A7-659E-49E2-D3193973F6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1182105"/>
              </p:ext>
            </p:extLst>
          </p:nvPr>
        </p:nvGraphicFramePr>
        <p:xfrm>
          <a:off x="4646807" y="640822"/>
          <a:ext cx="6898715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8717AC-EE47-F57A-C1CE-DB6E89E1C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E34B5B8-96ED-41BE-3A65-667A23F7A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A91441-C5C5-6041-79C6-E42F3C706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8EC068-E981-405E-A4CE-D6F72A198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6740" y="0"/>
            <a:ext cx="4062085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3DE626-780B-ADC0-AA88-AE9FBFA68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6190" y="-5306190"/>
            <a:ext cx="1576446" cy="1218882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B0FF85-2D12-1C31-21D8-57D2C3B48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239" y="348865"/>
            <a:ext cx="10041408" cy="877729"/>
          </a:xfrm>
        </p:spPr>
        <p:txBody>
          <a:bodyPr anchor="ctr">
            <a:normAutofit/>
          </a:bodyPr>
          <a:lstStyle/>
          <a:p>
            <a:pPr>
              <a:defRPr sz="3800" b="1">
                <a:solidFill>
                  <a:srgbClr val="360099"/>
                </a:solidFill>
              </a:defRPr>
            </a:pPr>
            <a:r>
              <a:rPr lang="en-US" sz="4000" dirty="0">
                <a:solidFill>
                  <a:srgbClr val="FFFFFF"/>
                </a:solidFill>
              </a:rPr>
              <a:t>Prompt Impact Example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286F7D9-3465-4A1F-913B-67D526464464}"/>
              </a:ext>
            </a:extLst>
          </p:cNvPr>
          <p:cNvSpPr txBox="1">
            <a:spLocks/>
          </p:cNvSpPr>
          <p:nvPr/>
        </p:nvSpPr>
        <p:spPr>
          <a:xfrm>
            <a:off x="736523" y="1908269"/>
            <a:ext cx="8229600" cy="1366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200"/>
            </a:pPr>
            <a:r>
              <a:rPr lang="en-TR" sz="2200" dirty="0"/>
              <a:t>🌍 </a:t>
            </a:r>
            <a:r>
              <a:rPr lang="en-US" sz="2200" dirty="0"/>
              <a:t>Broad: 'Summarize climate change'</a:t>
            </a:r>
          </a:p>
          <a:p>
            <a:pPr>
              <a:defRPr sz="2200"/>
            </a:pPr>
            <a:r>
              <a:rPr lang="en-TR" sz="2200" dirty="0"/>
              <a:t>🌾 </a:t>
            </a:r>
            <a:r>
              <a:rPr lang="en-US" sz="2200" dirty="0"/>
              <a:t>Specific: 'Summarize the top 3 effects of climate change on agriculture in Turkey'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51FC34-3796-2236-37AE-54F2ECC11E8A}"/>
              </a:ext>
            </a:extLst>
          </p:cNvPr>
          <p:cNvSpPr/>
          <p:nvPr/>
        </p:nvSpPr>
        <p:spPr>
          <a:xfrm>
            <a:off x="736523" y="3624146"/>
            <a:ext cx="5029200" cy="18288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t>🌍 Broad Prompt → Output: Very general, less useful.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69A87C-3F26-3C74-BFF9-560A2F3625B0}"/>
              </a:ext>
            </a:extLst>
          </p:cNvPr>
          <p:cNvSpPr/>
          <p:nvPr/>
        </p:nvSpPr>
        <p:spPr>
          <a:xfrm>
            <a:off x="6451523" y="3624146"/>
            <a:ext cx="5029200" cy="1828800"/>
          </a:xfrm>
          <a:prstGeom prst="rect">
            <a:avLst/>
          </a:prstGeom>
          <a:solidFill>
            <a:schemeClr val="accent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rPr dirty="0"/>
              <a:t>🌾 Specific Prompt → Output: Focused, practical insights.</a:t>
            </a:r>
          </a:p>
        </p:txBody>
      </p:sp>
    </p:spTree>
    <p:extLst>
      <p:ext uri="{BB962C8B-B14F-4D97-AF65-F5344CB8AC3E}">
        <p14:creationId xmlns:p14="http://schemas.microsoft.com/office/powerpoint/2010/main" val="16618207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360099"/>
                </a:solidFill>
              </a:defRPr>
            </a:pPr>
            <a:r>
              <a:t>Prompt Engineering is Iterative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♻️ Process: Prompt → Output → Refine → Output</a:t>
            </a:r>
          </a:p>
          <a:p>
            <a:pPr>
              <a:defRPr sz="2200"/>
            </a:pPr>
            <a:r>
              <a:t>✍️ Like editing drafts</a:t>
            </a:r>
          </a:p>
          <a:p>
            <a:pPr>
              <a:defRPr sz="2200"/>
            </a:pPr>
            <a:r>
              <a:t>💡 Refinement improves clarity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42900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42900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342900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Refined 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342900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Improved Output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E863C2-891D-CA97-05F7-AFBC0843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82BAAF-5C26-A56F-1078-C7C10CFD9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pPr>
              <a:defRPr sz="3800" b="1">
                <a:solidFill>
                  <a:srgbClr val="360099"/>
                </a:solidFill>
              </a:defRPr>
            </a:pPr>
            <a:r>
              <a:rPr lang="en-US" sz="3800">
                <a:solidFill>
                  <a:srgbClr val="FFFFFF"/>
                </a:solidFill>
              </a:rPr>
              <a:t>Prompt Engineering is Iterative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D04775EE-E139-7833-312E-18C4AD8685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9131288"/>
              </p:ext>
            </p:extLst>
          </p:nvPr>
        </p:nvGraphicFramePr>
        <p:xfrm>
          <a:off x="4984595" y="1800911"/>
          <a:ext cx="6366248" cy="4042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5DD383F-27CB-2C5F-8CDF-8265096A2397}"/>
              </a:ext>
            </a:extLst>
          </p:cNvPr>
          <p:cNvSpPr txBox="1"/>
          <p:nvPr/>
        </p:nvSpPr>
        <p:spPr>
          <a:xfrm>
            <a:off x="5441794" y="5735919"/>
            <a:ext cx="59090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/>
            </a:pPr>
            <a:r>
              <a:rPr lang="en-US" sz="2400" b="1" dirty="0"/>
              <a:t>♻️ Process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222026-D8F5-3CC8-F185-0720FAACFFA5}"/>
              </a:ext>
            </a:extLst>
          </p:cNvPr>
          <p:cNvSpPr txBox="1"/>
          <p:nvPr/>
        </p:nvSpPr>
        <p:spPr>
          <a:xfrm>
            <a:off x="837981" y="3495106"/>
            <a:ext cx="47179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✍️ Like editing drafts</a:t>
            </a:r>
          </a:p>
          <a:p>
            <a:r>
              <a:rPr lang="en-TR" sz="2800" dirty="0"/>
              <a:t>💡 </a:t>
            </a:r>
            <a:r>
              <a:rPr lang="en-US" sz="2800" dirty="0"/>
              <a:t>Refinement improves clarity</a:t>
            </a:r>
          </a:p>
        </p:txBody>
      </p:sp>
    </p:spTree>
    <p:extLst>
      <p:ext uri="{BB962C8B-B14F-4D97-AF65-F5344CB8AC3E}">
        <p14:creationId xmlns:p14="http://schemas.microsoft.com/office/powerpoint/2010/main" val="221664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pPr>
              <a:defRPr sz="3800" b="1">
                <a:solidFill>
                  <a:srgbClr val="360099"/>
                </a:solidFill>
              </a:defRPr>
            </a:pPr>
            <a:r>
              <a:rPr lang="en-US" sz="3800">
                <a:solidFill>
                  <a:srgbClr val="FFFFFF"/>
                </a:solidFill>
              </a:rPr>
              <a:t>Everyday Uses</a:t>
            </a:r>
          </a:p>
        </p:txBody>
      </p:sp>
      <p:sp>
        <p:nvSpPr>
          <p:cNvPr id="14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BD5B1CC7-B1A3-0CA0-7B10-C8B506CB87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023927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4486" y="3335867"/>
            <a:ext cx="3290983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6" y="623275"/>
            <a:ext cx="10902214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4905" y="1050595"/>
            <a:ext cx="8072712" cy="1618489"/>
          </a:xfrm>
        </p:spPr>
        <p:txBody>
          <a:bodyPr anchor="ctr">
            <a:normAutofit/>
          </a:bodyPr>
          <a:lstStyle/>
          <a:p>
            <a:pPr>
              <a:defRPr sz="3800" b="1">
                <a:solidFill>
                  <a:srgbClr val="360099"/>
                </a:solidFill>
              </a:defRPr>
            </a:pPr>
            <a:r>
              <a:rPr lang="en-US" sz="7100"/>
              <a:t>Hands-On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4905" y="2969469"/>
            <a:ext cx="8072712" cy="2800395"/>
          </a:xfrm>
        </p:spPr>
        <p:txBody>
          <a:bodyPr anchor="t">
            <a:normAutofit/>
          </a:bodyPr>
          <a:lstStyle/>
          <a:p>
            <a:pPr>
              <a:defRPr sz="2200"/>
            </a:pPr>
            <a:r>
              <a:rPr lang="en-TR" sz="2400" dirty="0"/>
              <a:t>👩‍🎓 </a:t>
            </a:r>
            <a:r>
              <a:rPr lang="en-US" sz="2400" dirty="0"/>
              <a:t>Ask a student for a task</a:t>
            </a:r>
          </a:p>
          <a:p>
            <a:pPr>
              <a:defRPr sz="2200"/>
            </a:pPr>
            <a:r>
              <a:rPr lang="en-US" sz="2400" dirty="0"/>
              <a:t>⚡ Show vague prompt → output</a:t>
            </a:r>
          </a:p>
          <a:p>
            <a:pPr>
              <a:defRPr sz="2200"/>
            </a:pPr>
            <a:r>
              <a:rPr lang="en-TR" sz="2400" dirty="0"/>
              <a:t>🔄 </a:t>
            </a:r>
            <a:r>
              <a:rPr lang="en-US" sz="2400" dirty="0"/>
              <a:t>Refine → improved output</a:t>
            </a:r>
          </a:p>
          <a:p>
            <a:pPr>
              <a:defRPr sz="2200"/>
            </a:pPr>
            <a:r>
              <a:rPr lang="en-TR" sz="2400" dirty="0"/>
              <a:t>📊 </a:t>
            </a:r>
            <a:r>
              <a:rPr lang="en-US" sz="2400" dirty="0"/>
              <a:t>Compare results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4486" y="3335867"/>
            <a:ext cx="3290983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6" y="623275"/>
            <a:ext cx="10902214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4906" y="1008993"/>
            <a:ext cx="9229006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3800" b="1">
                <a:solidFill>
                  <a:srgbClr val="360099"/>
                </a:solidFill>
              </a:defRPr>
            </a:pPr>
            <a:r>
              <a:rPr lang="en-US" sz="11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Discussion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4906" y="4582814"/>
            <a:ext cx="7130477" cy="1312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  <a:defRPr sz="2200"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💡 Where could YOU use prompt engineering in your field?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pPr>
              <a:defRPr sz="3800" b="1">
                <a:solidFill>
                  <a:srgbClr val="360099"/>
                </a:solidFill>
              </a:defRPr>
            </a:pPr>
            <a:r>
              <a:rPr lang="en-US" sz="3800">
                <a:solidFill>
                  <a:srgbClr val="FFFFFF"/>
                </a:solidFill>
              </a:rPr>
              <a:t>Wrap-Up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E41056-ECD6-584D-7F7B-C6581541FD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2067196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pPr>
              <a:defRPr sz="3800" b="1">
                <a:solidFill>
                  <a:srgbClr val="360099"/>
                </a:solidFill>
              </a:defRPr>
            </a:pPr>
            <a:r>
              <a:rPr lang="en-US" sz="3800">
                <a:solidFill>
                  <a:srgbClr val="FFFFFF"/>
                </a:solidFill>
              </a:rPr>
              <a:t>Preview Next Week</a:t>
            </a:r>
          </a:p>
        </p:txBody>
      </p:sp>
      <p:sp>
        <p:nvSpPr>
          <p:cNvPr id="18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0BEB8912-8E28-C2A7-FA5A-33C52D8410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2484224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1187</Words>
  <Application>Microsoft Macintosh PowerPoint</Application>
  <PresentationFormat>Custom</PresentationFormat>
  <Paragraphs>178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Week 1: Introduction to Prompt Engineering</vt:lpstr>
      <vt:lpstr>Course Overview</vt:lpstr>
      <vt:lpstr>Syllabus at a Glance</vt:lpstr>
      <vt:lpstr>Learning Outcomes</vt:lpstr>
      <vt:lpstr>Grading &amp; Evaluation</vt:lpstr>
      <vt:lpstr>PowerPoint Presentation</vt:lpstr>
      <vt:lpstr>Learning Objectives</vt:lpstr>
      <vt:lpstr>PowerPoint Presentation</vt:lpstr>
      <vt:lpstr>What is a Prompt?</vt:lpstr>
      <vt:lpstr>What is Prompt Engineering?</vt:lpstr>
      <vt:lpstr>Why Prompt Engineering Matters</vt:lpstr>
      <vt:lpstr>Key Terms</vt:lpstr>
      <vt:lpstr>Examples Across Disciplines</vt:lpstr>
      <vt:lpstr>Bad vs Good Prompt</vt:lpstr>
      <vt:lpstr>Live Demo</vt:lpstr>
      <vt:lpstr>Recap</vt:lpstr>
      <vt:lpstr>Mini Quiz</vt:lpstr>
      <vt:lpstr>Google vs Generative AI</vt:lpstr>
      <vt:lpstr>Why Prompts Shape Outputs</vt:lpstr>
      <vt:lpstr>Prompt Impact Example</vt:lpstr>
      <vt:lpstr>Prompt Engineering is Iterative</vt:lpstr>
      <vt:lpstr>Prompt Engineering is Iterative</vt:lpstr>
      <vt:lpstr>Everyday Uses</vt:lpstr>
      <vt:lpstr>Hands-On Demo</vt:lpstr>
      <vt:lpstr>Discussion Prompt</vt:lpstr>
      <vt:lpstr>Wrap-Up</vt:lpstr>
      <vt:lpstr>Preview Next Week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Mehmet Ali AKYOL</cp:lastModifiedBy>
  <cp:revision>7</cp:revision>
  <dcterms:created xsi:type="dcterms:W3CDTF">2013-01-27T09:14:16Z</dcterms:created>
  <dcterms:modified xsi:type="dcterms:W3CDTF">2025-10-17T06:43:09Z</dcterms:modified>
  <cp:category/>
</cp:coreProperties>
</file>
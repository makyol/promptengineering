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back.</a:t>
            </a:r>
          </a:p>
          <a:p/>
          <a:p>
            <a:r>
              <a:t>Last week we went inside the model. Tokens, prediction, context windows, and the sentence I</a:t>
            </a:r>
          </a:p>
          <a:p>
            <a:r>
              <a:t>hope stayed with you: there is no step at which the system checks whether what it says is</a:t>
            </a:r>
          </a:p>
          <a:p>
            <a:r>
              <a:t>true.</a:t>
            </a:r>
          </a:p>
          <a:p/>
          <a:p>
            <a:r>
              <a:t>Today we use that. Because once you know the mechanism, you can tell the difference between</a:t>
            </a:r>
          </a:p>
          <a:p>
            <a:r>
              <a:t>advice that works for a reason and advice that circulates because it sounds clever.</a:t>
            </a:r>
          </a:p>
          <a:p/>
          <a:p>
            <a:r>
              <a:t>And there is a great deal of the second kind. If you search for prompt tips you will find</a:t>
            </a:r>
          </a:p>
          <a:p>
            <a:r>
              <a:t>lists of magic phrases, instructions to threaten the model or offer it money, elaborate</a:t>
            </a:r>
          </a:p>
          <a:p>
            <a:r>
              <a:t>acronyms. Some of it helps. Much of it doesn't. And almost none of it explains why.</a:t>
            </a:r>
          </a:p>
          <a:p/>
          <a:p>
            <a:r>
              <a:t>Today I want to give you a small number of things that work, an explanation of why each one</a:t>
            </a:r>
          </a:p>
          <a:p>
            <a:r>
              <a:t>works given what you now know, and an honest account of what's contested. That last part</a:t>
            </a:r>
          </a:p>
          <a:p>
            <a:r>
              <a:t>matters — I'd rather tell you something is uncertain than pretend the field is tidier than</a:t>
            </a:r>
          </a:p>
          <a:p>
            <a:r>
              <a:t>it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we're going.</a:t>
            </a:r>
          </a:p>
          <a:p/>
          <a:p>
            <a:r>
              <a:t>First, four levers. Just four. These are the things that reliably change output quality,</a:t>
            </a:r>
          </a:p>
          <a:p>
            <a:r>
              <a:t>and for each one I'll explain the mechanism, so you're not memorising rules.</a:t>
            </a:r>
          </a:p>
          <a:p/>
          <a:p>
            <a:r>
              <a:t>Then one structure taught properly. You may have seen lists of prompting frameworks with</a:t>
            </a:r>
          </a:p>
          <a:p>
            <a:r>
              <a:t>memorable acronyms. I'm going to teach you one, thoroughly, and mention the others on a</a:t>
            </a:r>
          </a:p>
          <a:p>
            <a:r>
              <a:t>single slide so you recognise the names. Eight frameworks taught badly is worse than one</a:t>
            </a:r>
          </a:p>
          <a:p>
            <a:r>
              <a:t>framework taught well.</a:t>
            </a:r>
          </a:p>
          <a:p/>
          <a:p>
            <a:r>
              <a:t>Then worked examples — healthcare and law today.</a:t>
            </a:r>
          </a:p>
          <a:p/>
          <a:p>
            <a:r>
              <a:t>Then what doesn't work. This section matters as much as the first, because bad advice</a:t>
            </a:r>
          </a:p>
          <a:p>
            <a:r>
              <a:t>costs you time and gives you false confidence.</a:t>
            </a:r>
          </a:p>
          <a:p/>
          <a:p>
            <a:r>
              <a:t>Then prompting as a loop, which is the part most people skip: when output is wrong, which</a:t>
            </a:r>
          </a:p>
          <a:p>
            <a:r>
              <a:t>lever do you actually pull?</a:t>
            </a:r>
          </a:p>
          <a:p/>
          <a:p>
            <a:r>
              <a:t>Then you fix a bad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one. Four levers. Everything else is a combination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here, because it reframes the problem.</a:t>
            </a:r>
          </a:p>
          <a:p/>
          <a:p>
            <a:r>
              <a:t>Most disappointing output is under-specified input.</a:t>
            </a:r>
          </a:p>
          <a:p/>
          <a:p>
            <a:r>
              <a:t>And I want to be careful about how I say this, because it can sound like blaming the user.</a:t>
            </a:r>
          </a:p>
          <a:p>
            <a:r>
              <a:t>That's not the point. The point is mechanical.</a:t>
            </a:r>
          </a:p>
          <a:p/>
          <a:p>
            <a:r>
              <a:t>Think about what happened last week. You give it text, it produces a probability</a:t>
            </a:r>
          </a:p>
          <a:p>
            <a:r>
              <a:t>distribution over continuations. If your request is compatible with many quite different</a:t>
            </a:r>
          </a:p>
          <a:p>
            <a:r>
              <a:t>good answers, then the probability is spread across all of them, and it picks one. It may</a:t>
            </a:r>
          </a:p>
          <a:p>
            <a:r>
              <a:t>be an excellent answer to a question you didn't quite ask.</a:t>
            </a:r>
          </a:p>
          <a:p/>
          <a:p>
            <a:r>
              <a:t>"Summarise this report" — for whom? At what length? Emphasising what? Every one of those</a:t>
            </a:r>
          </a:p>
          <a:p>
            <a:r>
              <a:t>is unspecified, and every combination is a legitimate reading of your instruction. You had</a:t>
            </a:r>
          </a:p>
          <a:p>
            <a:r>
              <a:t>one in mind. You didn't say it.</a:t>
            </a:r>
          </a:p>
          <a:p/>
          <a:p>
            <a:r>
              <a:t>So the first move, before any technique, is: what did I leave open that I actually cared</a:t>
            </a:r>
          </a:p>
          <a:p>
            <a:r>
              <a:t>about?</a:t>
            </a:r>
          </a:p>
          <a:p/>
          <a:p>
            <a:r>
              <a:t>That single question resolves more bad output than every clever phrase on the internet</a:t>
            </a:r>
          </a:p>
          <a:p>
            <a:r>
              <a:t>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levers. Context, Task, Format, Examples.</a:t>
            </a:r>
          </a:p>
          <a:p/>
          <a:p>
            <a:r>
              <a:t>Context: what does the model need to know that it cannot infer? Who is this for, what</a:t>
            </a:r>
          </a:p>
          <a:p>
            <a:r>
              <a:t>situation are we in, what constraints apply, and — critically — the actual source material</a:t>
            </a:r>
          </a:p>
          <a:p>
            <a:r>
              <a:t>if there is any.</a:t>
            </a:r>
          </a:p>
          <a:p/>
          <a:p>
            <a:r>
              <a:t>Task: what to do, as an instruction. A specific verb and a specific scope. "Summarise" is</a:t>
            </a:r>
          </a:p>
          <a:p>
            <a:r>
              <a:t>a verb but "summarise the three clinical recommendations" is a task.</a:t>
            </a:r>
          </a:p>
          <a:p/>
          <a:p>
            <a:r>
              <a:t>Format: what should the output look like? Length, structure, sections, a table, a list.</a:t>
            </a:r>
          </a:p>
          <a:p>
            <a:r>
              <a:t>This is the most under-used lever and the cheapest to pull.</a:t>
            </a:r>
          </a:p>
          <a:p/>
          <a:p>
            <a:r>
              <a:t>Examples: one or two samples of what good looks like. Use this when describing what you</a:t>
            </a:r>
          </a:p>
          <a:p>
            <a:r>
              <a:t>want is harder than showing it — which is more often than people expect.</a:t>
            </a:r>
          </a:p>
          <a:p/>
          <a:p>
            <a:r>
              <a:t>Read the caption. This is not an acronym you memorise. It's four questions you ask yourself</a:t>
            </a:r>
          </a:p>
          <a:p>
            <a:r>
              <a:t>before pressing Enter. If you can answer all four, your prompt is already better than most</a:t>
            </a:r>
          </a:p>
          <a:p>
            <a:r>
              <a:t>of what gets written.</a:t>
            </a:r>
          </a:p>
          <a:p/>
          <a:p>
            <a:r>
              <a:t>Let me take them one at a time, with the mechanism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Lever one: context. Everything the model needs that it can't work out from your question.</a:t>
            </a:r>
          </a:p>
          <a:p/>
          <a:p>
            <a:r>
              <a:t>Audience is the big one. A summary for a patient's family and a summary for a court are</a:t>
            </a:r>
          </a:p>
          <a:p>
            <a:r>
              <a:t>different documents. If you don't say, you get the average of everything it has read, which</a:t>
            </a:r>
          </a:p>
          <a:p>
            <a:r>
              <a:t>serves nobody.</a:t>
            </a:r>
          </a:p>
          <a:p/>
          <a:p>
            <a:r>
              <a:t>Situation: what's already happened, what's been tried, what constraints apply.</a:t>
            </a:r>
          </a:p>
          <a:p/>
          <a:p>
            <a:r>
              <a:t>And jurisdiction, institution, country — which I'd argue is the highest-value context for</a:t>
            </a:r>
          </a:p>
          <a:p>
            <a:r>
              <a:t>this room specifically. After last week, you know why: without it, the probable continuation</a:t>
            </a:r>
          </a:p>
          <a:p>
            <a:r>
              <a:t>is drawn from wherever the training text was densest, which is usually somewhere else.</a:t>
            </a:r>
          </a:p>
          <a:p/>
          <a:p>
            <a:r>
              <a:t>Now the mechanism, because I promised you mechanisms rather than rules. Context sits in the</a:t>
            </a:r>
          </a:p>
          <a:p>
            <a:r>
              <a:t>window when the model predicts. It directly shifts the probability distribution. That's all</a:t>
            </a:r>
          </a:p>
          <a:p>
            <a:r>
              <a:t>it does — but that's a lot.</a:t>
            </a:r>
          </a:p>
          <a:p/>
          <a:p>
            <a:r>
              <a:t>And here's the honest limit, in the second bold sub-point. Saying "under Turkish law" makes</a:t>
            </a:r>
          </a:p>
          <a:p>
            <a:r>
              <a:t>Turkish-relevant continuations more likely. It does not create knowledge the model doesn't</a:t>
            </a:r>
          </a:p>
          <a:p>
            <a:r>
              <a:t>have. If it read very little Turkish law, the instruction steers it toward a thin region</a:t>
            </a:r>
          </a:p>
          <a:p>
            <a:r>
              <a:t>rather than a rich one — and it will still answer confidently.</a:t>
            </a:r>
          </a:p>
          <a:p/>
          <a:p>
            <a:r>
              <a:t>Context steers. It does not supply. Supplying is week seven.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Lever two: task. What to do, with a specific verb and a specific scope.</a:t>
            </a:r>
          </a:p>
          <a:p/>
          <a:p>
            <a:r>
              <a:t>Look at the progression. "Look at this contract" — that's not a task, that's a gesture.</a:t>
            </a:r>
          </a:p>
          <a:p>
            <a:r>
              <a:t>There are a hundred things it might do.</a:t>
            </a:r>
          </a:p>
          <a:p/>
          <a:p>
            <a:r>
              <a:t>"List every clause that differs from the standard template" — now there's a verb and a</a:t>
            </a:r>
          </a:p>
          <a:p>
            <a:r>
              <a:t>scope. You could check whether it did it.</a:t>
            </a:r>
          </a:p>
          <a:p/>
          <a:p>
            <a:r>
              <a:t>"...and for each one say whether the change favours us or them" — now the output is</a:t>
            </a:r>
          </a:p>
          <a:p>
            <a:r>
              <a:t>directly usable, because you've specified the judgment you actually wanted.</a:t>
            </a:r>
          </a:p>
          <a:p/>
          <a:p>
            <a:r>
              <a:t>Notice what improved. Not the phrasing. The specificity of what counts as success.</a:t>
            </a:r>
          </a:p>
          <a:p/>
          <a:p>
            <a:r>
              <a:t>Now the bold line, and this is the mistake I see most often in student work: split compound</a:t>
            </a:r>
          </a:p>
          <a:p>
            <a:r>
              <a:t>tasks rather than stacking them.</a:t>
            </a:r>
          </a:p>
          <a:p/>
          <a:p>
            <a:r>
              <a:t>"Summarise this, translate it, and identify the risks" invites a shallow pass at all three,</a:t>
            </a:r>
          </a:p>
          <a:p>
            <a:r>
              <a:t>because the model is budgeting a single response across three jobs. Three separate turns</a:t>
            </a:r>
          </a:p>
          <a:p>
            <a:r>
              <a:t>produce better work on each — and, more importantly, they let you check each one before</a:t>
            </a:r>
          </a:p>
          <a:p>
            <a:r>
              <a:t>building on it. If the summary is wrong, everything downstream inherits the error.</a:t>
            </a:r>
          </a:p>
          <a:p/>
          <a:p>
            <a:r>
              <a:t>That's not a prompting trick. That's just how you'd hand work to a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Lever three: format. Say what the output should look like. Cheapest lever, most neglected.</a:t>
            </a:r>
          </a:p>
          <a:p/>
          <a:p>
            <a:r>
              <a:t>Three examples. A table with named columns. Three bullets with a word cap. Or — and people</a:t>
            </a:r>
          </a:p>
          <a:p>
            <a:r>
              <a:t>forget this direction exists — two paragraphs with no headings and no bullets, when you're</a:t>
            </a:r>
          </a:p>
          <a:p>
            <a:r>
              <a:t>tired of receiving everything as a list.</a:t>
            </a:r>
          </a:p>
          <a:p/>
          <a:p>
            <a:r>
              <a:t>Now the bold part, because this is the one that connects to the rest of the course.</a:t>
            </a:r>
          </a:p>
          <a:p/>
          <a:p>
            <a:r>
              <a:t>Ask for a column, a section, or a sentence recording what the answer is based on. "Add a</a:t>
            </a:r>
          </a:p>
          <a:p>
            <a:r>
              <a:t>column: source." "End with one sentence saying which parts you are confident about and</a:t>
            </a:r>
          </a:p>
          <a:p>
            <a:r>
              <a:t>which you are not."</a:t>
            </a:r>
          </a:p>
          <a:p/>
          <a:p>
            <a:r>
              <a:t>Be clear about what this does and doesn't do. It does not guarantee honesty — the model can</a:t>
            </a:r>
          </a:p>
          <a:p>
            <a:r>
              <a:t>produce a confident-looking source line for something it invented, and we saw exactly that</a:t>
            </a:r>
          </a:p>
          <a:p>
            <a:r>
              <a:t>in week one. What it does is make the basis visible, so there's something concrete for you</a:t>
            </a:r>
          </a:p>
          <a:p>
            <a:r>
              <a:t>to check. You've converted an invisible claim into a checkable one.</a:t>
            </a:r>
          </a:p>
          <a:p/>
          <a:p>
            <a:r>
              <a:t>That's a real gain, and it costs you eight words.</a:t>
            </a:r>
          </a:p>
          <a:p/>
          <a:p>
            <a:r>
              <a:t>Last line, from last week: length instructions are approximate, because the model counts</a:t>
            </a:r>
          </a:p>
          <a:p>
            <a:r>
              <a:t>tokens rather than words. "About 200 words" is a steer, not a contract — and it's less</a:t>
            </a:r>
          </a:p>
          <a:p>
            <a:r>
              <a:t>accurate in Turkish.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Lever four: examples. Show one or two samples of what good looks like.</a:t>
            </a:r>
          </a:p>
          <a:p/>
          <a:p>
            <a:r>
              <a:t>This is most effective for exactly the things that resist description — tone, structure,</a:t>
            </a:r>
          </a:p>
          <a:p>
            <a:r>
              <a:t>house style. Try describing your institution's writing style in words. It's hard. Now paste</a:t>
            </a:r>
          </a:p>
          <a:p>
            <a:r>
              <a:t>two paragraphs of it. Much easier, and much more effective. One good example usually beats a</a:t>
            </a:r>
          </a:p>
          <a:p>
            <a:r>
              <a:t>paragraph of adjectives.</a:t>
            </a:r>
          </a:p>
          <a:p/>
          <a:p>
            <a:r>
              <a:t>Two cautions.</a:t>
            </a:r>
          </a:p>
          <a:p/>
          <a:p>
            <a:r>
              <a:t>It will copy more than you intended. Length, hedging, the particular way your sample opens,</a:t>
            </a:r>
          </a:p>
          <a:p>
            <a:r>
              <a:t>any quirk that happens to be present. If your example is 300 words, you'll tend to get 300</a:t>
            </a:r>
          </a:p>
          <a:p>
            <a:r>
              <a:t>words. If your example hedges everywhere, you'll get hedging. The model can't tell which</a:t>
            </a:r>
          </a:p>
          <a:p>
            <a:r>
              <a:t>features you meant to demonstrate.</a:t>
            </a:r>
          </a:p>
          <a:p/>
          <a:p>
            <a:r>
              <a:t>And a biased or unrepresentative example produces biased output, faithfully. If your two</a:t>
            </a:r>
          </a:p>
          <a:p>
            <a:r>
              <a:t>examples both happen to describe the same kind of case, you've narrowed the output without</a:t>
            </a:r>
          </a:p>
          <a:p>
            <a:r>
              <a:t>realising you did it.</a:t>
            </a:r>
          </a:p>
          <a:p/>
          <a:p>
            <a:r>
              <a:t>And the last line is not a caution, it's a rule for this course: never paste a real patient</a:t>
            </a:r>
          </a:p>
          <a:p>
            <a:r>
              <a:t>record, client file, or personal document as your example. Week twelve explains exactly what</a:t>
            </a:r>
          </a:p>
          <a:p>
            <a:r>
              <a:t>can happen to it. For now: don't.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two. One structure, taught properly.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a prompt that uses all four levers. Read it while I talk.</a:t>
            </a:r>
          </a:p>
          <a:p/>
          <a:p>
            <a:r>
              <a:t>Context: who this is for, where we are, what the reader knows. A hospital communications</a:t>
            </a:r>
          </a:p>
          <a:p>
            <a:r>
              <a:t>team in Turkey; the reader is an adult family member with no medical training. Notice how</a:t>
            </a:r>
          </a:p>
          <a:p>
            <a:r>
              <a:t>much that constrains — reading level, vocabulary, tone, and jurisdiction, all in one</a:t>
            </a:r>
          </a:p>
          <a:p>
            <a:r>
              <a:t>sentence.</a:t>
            </a:r>
          </a:p>
          <a:p/>
          <a:p>
            <a:r>
              <a:t>Task: rewrite the discharge instructions so the family can follow them at home. And then a</a:t>
            </a:r>
          </a:p>
          <a:p>
            <a:r>
              <a:t>crucial constraint — do not add any advice that is not in the original. That line is doing</a:t>
            </a:r>
          </a:p>
          <a:p>
            <a:r>
              <a:t>safety work. Without it, a model asked to make medical instructions clearer will happily</a:t>
            </a:r>
          </a:p>
          <a:p>
            <a:r>
              <a:t>add helpful-sounding advice that nobody prescribed.</a:t>
            </a:r>
          </a:p>
          <a:p/>
          <a:p>
            <a:r>
              <a:t>Format: named sections — medicines, activity, warning signs, follow-up. And then the line I</a:t>
            </a:r>
          </a:p>
          <a:p>
            <a:r>
              <a:t>told you pays for itself: end with one line listing anything in the original you could not</a:t>
            </a:r>
          </a:p>
          <a:p>
            <a:r>
              <a:t>make simpler. That surfaces exactly the parts a human needs to look at.</a:t>
            </a:r>
          </a:p>
          <a:p/>
          <a:p>
            <a:r>
              <a:t>Examples: match the tone of this sample letter.</a:t>
            </a:r>
          </a:p>
          <a:p/>
          <a:p>
            <a:r>
              <a:t>That's the whole method. No acronym, no magic words. Four questions, answered.</a:t>
            </a:r>
          </a:p>
          <a:p/>
          <a:p>
            <a:r>
              <a:t>And notice: you could hand this prompt to a colleague and they'd know what you wanted. That's</a:t>
            </a:r>
          </a:p>
          <a:p>
            <a:r>
              <a:t>a decent test of whether a prompt is well-specified.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structure, different discipline. And I want to draw your attention to one line in</a:t>
            </a:r>
          </a:p>
          <a:p>
            <a:r>
              <a:t>particular.</a:t>
            </a:r>
          </a:p>
          <a:p/>
          <a:p>
            <a:r>
              <a:t>Context: a junior lawyer, Turkish governing law, a small business client.</a:t>
            </a:r>
          </a:p>
          <a:p/>
          <a:p>
            <a:r>
              <a:t>Task: using only the contract text below — that phrase matters enormously — list every</a:t>
            </a:r>
          </a:p>
          <a:p>
            <a:r>
              <a:t>obligation on our client, with the clause number for each. Asking for clause numbers is a</a:t>
            </a:r>
          </a:p>
          <a:p>
            <a:r>
              <a:t>format choice that doubles as a verification tool, because a clause number is checkable in</a:t>
            </a:r>
          </a:p>
          <a:p>
            <a:r>
              <a:t>about four seconds.</a:t>
            </a:r>
          </a:p>
          <a:p/>
          <a:p>
            <a:r>
              <a:t>Format: a table with obligation, clause number, deadline, and the exact quoted wording.</a:t>
            </a:r>
          </a:p>
          <a:p>
            <a:r>
              <a:t>That last column is the one I'd fight for. Quoted wording means you can check the claim</a:t>
            </a:r>
          </a:p>
          <a:p>
            <a:r>
              <a:t>against the source without re-reading the whole contract.</a:t>
            </a:r>
          </a:p>
          <a:p/>
          <a:p>
            <a:r>
              <a:t>And then the constraint that does real work: if something is implied but not stated, put it</a:t>
            </a:r>
          </a:p>
          <a:p>
            <a:r>
              <a:t>in a separate list headed "not explicit in the text."</a:t>
            </a:r>
          </a:p>
          <a:p/>
          <a:p>
            <a:r>
              <a:t>Think about what that does. Without it, inferences and quotations arrive mixed together in</a:t>
            </a:r>
          </a:p>
          <a:p>
            <a:r>
              <a:t>one confident list, and you can't tell which is which. With it, the model has been given a</a:t>
            </a:r>
          </a:p>
          <a:p>
            <a:r>
              <a:t>place to put its inferences — so it's less likely to smuggle them in among the facts.</a:t>
            </a:r>
          </a:p>
          <a:p/>
          <a:p>
            <a:r>
              <a:t>That's a general technique and it's worth stealing: give the model a designated place to put</a:t>
            </a:r>
          </a:p>
          <a:p>
            <a:r>
              <a:t>the uncertain material, and it will tend to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will encounter these names, so here they are once.</a:t>
            </a:r>
          </a:p>
          <a:p/>
          <a:p>
            <a:r>
              <a:t>CO-STAR: Context, Objective, Style, Tone, Audience, Response. It's a more granular version</a:t>
            </a:r>
          </a:p>
          <a:p>
            <a:r>
              <a:t>of what we just did — it splits Format into style, tone, and response shape. If you like</a:t>
            </a:r>
          </a:p>
          <a:p>
            <a:r>
              <a:t>more structure, use it. It isn't teaching you anything new.</a:t>
            </a:r>
          </a:p>
          <a:p/>
          <a:p>
            <a:r>
              <a:t>RACI, SMART, IDEA, and a dozen others. Mostly project-management or goal-setting acronyms</a:t>
            </a:r>
          </a:p>
          <a:p>
            <a:r>
              <a:t>that were borrowed and applied to prompting. They rearrange the same four levers with</a:t>
            </a:r>
          </a:p>
          <a:p>
            <a:r>
              <a:t>different letters. I'm not aware of good evidence that any of them outperforms the others,</a:t>
            </a:r>
          </a:p>
          <a:p>
            <a:r>
              <a:t>and I'd be sceptical of anyone claiming otherwise.</a:t>
            </a:r>
          </a:p>
          <a:p/>
          <a:p>
            <a:r>
              <a:t>IRAC is the exception, and it's worth knowing why. Issue, Rule, Analysis, Conclusion is not</a:t>
            </a:r>
          </a:p>
          <a:p>
            <a:r>
              <a:t>a prompting framework at all — it's how lawyers are trained to reason. Asking for output in</a:t>
            </a:r>
          </a:p>
          <a:p>
            <a:r>
              <a:t>IRAC form works because it matches the actual structure of legal analysis, so the output</a:t>
            </a:r>
          </a:p>
          <a:p>
            <a:r>
              <a:t>lands in a shape a lawyer can use.</a:t>
            </a:r>
          </a:p>
          <a:p/>
          <a:p>
            <a:r>
              <a:t>That's the general principle worth taking away. A structure helps when it matches how work is</a:t>
            </a:r>
          </a:p>
          <a:p>
            <a:r>
              <a:t>really done in your field — SOAP notes in medicine, IRAC in law, lesson objectives in</a:t>
            </a:r>
          </a:p>
          <a:p>
            <a:r>
              <a:t>teaching. A structure invented to have a nice acronym helps much 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three. This section is as valuable as the first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things you'll be told to do, with an honest account of each.</a:t>
            </a:r>
          </a:p>
          <a:p/>
          <a:p>
            <a:r>
              <a:t>Politeness. Please and thank you. The evidence is genuinely mixed and any effects reported</a:t>
            </a:r>
          </a:p>
          <a:p>
            <a:r>
              <a:t>are small. Be polite if it feels right to you — I am, out of habit — but don't build a</a:t>
            </a:r>
          </a:p>
          <a:p>
            <a:r>
              <a:t>method on it.</a:t>
            </a:r>
          </a:p>
          <a:p/>
          <a:p>
            <a:r>
              <a:t>Incentives and threats. Offering the model money, inventing urgency, threatening</a:t>
            </a:r>
          </a:p>
          <a:p>
            <a:r>
              <a:t>consequences. This circulated very widely a few years ago. The evidence is weak and doesn't</a:t>
            </a:r>
          </a:p>
          <a:p>
            <a:r>
              <a:t>hold consistently across models. I'd let it go.</a:t>
            </a:r>
          </a:p>
          <a:p/>
          <a:p>
            <a:r>
              <a:t>Magic phrases. "Take a deep breath." "Think step by step." Some of these did have</a:t>
            </a:r>
          </a:p>
          <a:p>
            <a:r>
              <a:t>measurable effects on particular models at particular times — that's real, it was</a:t>
            </a:r>
          </a:p>
          <a:p>
            <a:r>
              <a:t>published. But they are not durable, and as models change, phrases that once helped can</a:t>
            </a:r>
          </a:p>
          <a:p>
            <a:r>
              <a:t>become neutral or counterproductive.</a:t>
            </a:r>
          </a:p>
          <a:p/>
          <a:p>
            <a:r>
              <a:t>And stacked role-play. "You are a world-class expert with thirty years of experience and</a:t>
            </a:r>
          </a:p>
          <a:p>
            <a:r>
              <a:t>three doctorates." A role genuinely helps — it sets register and vocabulary, and that's a</a:t>
            </a:r>
          </a:p>
          <a:p>
            <a:r>
              <a:t>real effect. But piling superlatives on top adds nothing. "You are a paediatric nurse</a:t>
            </a:r>
          </a:p>
          <a:p>
            <a:r>
              <a:t>explaining this to a parent" is more useful than "you are the world's greatest</a:t>
            </a:r>
          </a:p>
          <a:p>
            <a:r>
              <a:t>paediatrician," because the first specifies a situation and the second specifies flattery.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why does bad advice survive? This slide is really about how to evaluate anything, not</a:t>
            </a:r>
          </a:p>
          <a:p>
            <a:r>
              <a:t>just prompts.</a:t>
            </a:r>
          </a:p>
          <a:p/>
          <a:p>
            <a:r>
              <a:t>Somebody adds a magic phrase, the output gets better, and they conclude the phrase worked.</a:t>
            </a:r>
          </a:p>
          <a:p>
            <a:r>
              <a:t>Reasonable inference. Usually wrong. Four reasons.</a:t>
            </a:r>
          </a:p>
          <a:p/>
          <a:p>
            <a:r>
              <a:t>First — from last week — output varies between runs even with an identical prompt. There is</a:t>
            </a:r>
          </a:p>
          <a:p>
            <a:r>
              <a:t>deliberate randomness in the selection.</a:t>
            </a:r>
          </a:p>
          <a:p/>
          <a:p>
            <a:r>
              <a:t>Second, and this follows: any change you make comes with a fresh roll of the dice. You</a:t>
            </a:r>
          </a:p>
          <a:p>
            <a:r>
              <a:t>cannot tell whether the improvement came from your change or from the roll.</a:t>
            </a:r>
          </a:p>
          <a:p/>
          <a:p>
            <a:r>
              <a:t>Third, you will usually have rewritten other things at the same time. People rarely change</a:t>
            </a:r>
          </a:p>
          <a:p>
            <a:r>
              <a:t>exactly one word. They rewrite the prompt, add the magic phrase, and attribute the</a:t>
            </a:r>
          </a:p>
          <a:p>
            <a:r>
              <a:t>improvement to the phrase.</a:t>
            </a:r>
          </a:p>
          <a:p/>
          <a:p>
            <a:r>
              <a:t>And fourth, you are judging the result yourself, having hoped it would improve. That's not a</a:t>
            </a:r>
          </a:p>
          <a:p>
            <a:r>
              <a:t>criticism of you; it's how everyone works.</a:t>
            </a:r>
          </a:p>
          <a:p/>
          <a:p>
            <a:r>
              <a:t>So: change one thing at a time, and compare across several runs before believing it.</a:t>
            </a:r>
          </a:p>
          <a:p/>
          <a:p>
            <a:r>
              <a:t>That's the bold line, and notice it's not really prompting advice. It's experimental method.</a:t>
            </a:r>
          </a:p>
          <a:p>
            <a:r>
              <a:t>Week eight is that idea applied systematically — and the reason I'm previewing it here is</a:t>
            </a:r>
          </a:p>
          <a:p>
            <a:r>
              <a:t>that you should apply it to me too. If I tell you something works, ask how I'd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four. The part most people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loop, and the second box is the one that matters.</a:t>
            </a:r>
          </a:p>
          <a:p/>
          <a:p>
            <a:r>
              <a:t>Run: get output, and read it properly. Not skim it for the shape you expected — actually</a:t>
            </a:r>
          </a:p>
          <a:p>
            <a:r>
              <a:t>read it. Most errors survive because nobody looked.</a:t>
            </a:r>
          </a:p>
          <a:p/>
          <a:p>
            <a:r>
              <a:t>Diagnose: name what's wrong. Not "it's bad" — which of the four levers failed? Was</a:t>
            </a:r>
          </a:p>
          <a:p>
            <a:r>
              <a:t>information missing? Was the task ambiguous? Was the shape wrong? Did it need an example?</a:t>
            </a:r>
          </a:p>
          <a:p/>
          <a:p>
            <a:r>
              <a:t>Pull one lever: change the single thing your diagnosis points at.</a:t>
            </a:r>
          </a:p>
          <a:p/>
          <a:p>
            <a:r>
              <a:t>Compare: judge against the previous version, not against what you were hoping for.</a:t>
            </a:r>
          </a:p>
          <a:p/>
          <a:p>
            <a:r>
              <a:t>And read the caption, because it's the honest description of what people actually do. Most</a:t>
            </a:r>
          </a:p>
          <a:p>
            <a:r>
              <a:t>people, when output is disappointing, rewrite the entire prompt from scratch. Sometimes the</a:t>
            </a:r>
          </a:p>
          <a:p>
            <a:r>
              <a:t>new one is better. But they've learned nothing transferable, because they don't know which</a:t>
            </a:r>
          </a:p>
          <a:p>
            <a:r>
              <a:t>change helped, so next time they start from scratch again.</a:t>
            </a:r>
          </a:p>
          <a:p/>
          <a:p>
            <a:r>
              <a:t>The diagnosis is where the skill lives. Everything else is typing.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diagnostic table. I'd photograph this one.</a:t>
            </a:r>
          </a:p>
          <a:p/>
          <a:p>
            <a:r>
              <a:t>Wrong shape or length. It's too long, or it's a wall of text, or it gave you bullets when</a:t>
            </a:r>
          </a:p>
          <a:p>
            <a:r>
              <a:t>you wanted prose. That's Format. Cheapest fix, most common problem, and people almost never</a:t>
            </a:r>
          </a:p>
          <a:p>
            <a:r>
              <a:t>reach for it — they rewrite the task instead, which doesn't touch the actual issue.</a:t>
            </a:r>
          </a:p>
          <a:p/>
          <a:p>
            <a:r>
              <a:t>Right shape, wrong content. The structure is fine but it answered a slightly different</a:t>
            </a:r>
          </a:p>
          <a:p>
            <a:r>
              <a:t>question, or assumed the wrong reader, or the wrong country. That's Context, or it's a</a:t>
            </a:r>
          </a:p>
          <a:p>
            <a:r>
              <a:t>sharper Task — you need a more specific verb and scope.</a:t>
            </a:r>
          </a:p>
          <a:p/>
          <a:p>
            <a:r>
              <a:t>Correct but lifeless. This is the frustrating one. Everything is accurate and complete and</a:t>
            </a:r>
          </a:p>
          <a:p>
            <a:r>
              <a:t>it reads like nothing you would ever send to anyone. That's Examples. Stop describing the</a:t>
            </a:r>
          </a:p>
          <a:p>
            <a:r>
              <a:t>tone and paste two paragraphs of the real thing.</a:t>
            </a:r>
          </a:p>
          <a:p/>
          <a:p>
            <a:r>
              <a:t>Three diagnoses, three different fixes. If you learn only this slide today, you'll get more</a:t>
            </a:r>
          </a:p>
          <a:p>
            <a:r>
              <a:t>out of these tools than most people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five. Ten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minutes. Here's a genuinely bad prompt, and it's bad in a very ordinary way — this is</a:t>
            </a:r>
          </a:p>
          <a:p>
            <a:r>
              <a:t>the kind of thing people actually type.</a:t>
            </a:r>
          </a:p>
          <a:p/>
          <a:p>
            <a:r>
              <a:t>"Write something about data protection for our staff."</a:t>
            </a:r>
          </a:p>
          <a:p/>
          <a:p>
            <a:r>
              <a:t>Step one. Name what's missing, lever by lever. What context is absent? What exactly is the</a:t>
            </a:r>
          </a:p>
          <a:p>
            <a:r>
              <a:t>task — what does "write something" mean? What shape should the output take? Would an example</a:t>
            </a:r>
          </a:p>
          <a:p>
            <a:r>
              <a:t>help?</a:t>
            </a:r>
          </a:p>
          <a:p/>
          <a:p>
            <a:r>
              <a:t>Step two. Rewrite it using all four levers.</a:t>
            </a:r>
          </a:p>
          <a:p/>
          <a:p>
            <a:r>
              <a:t>Step three. If you have a device, run both and compare. If not, compare your rewrite against</a:t>
            </a:r>
          </a:p>
          <a:p>
            <a:r>
              <a:t>mine on the next slide — and I'd genuinely encourage you to write yours down first, because</a:t>
            </a:r>
          </a:p>
          <a:p>
            <a:r>
              <a:t>comparing is much more useful than reading.</a:t>
            </a:r>
          </a:p>
          <a:p/>
          <a:p>
            <a:r>
              <a:t>[Two minutes of quiet writing, then move on. If anyone wants to read theirs out, take one or</a:t>
            </a:r>
          </a:p>
          <a:p>
            <a:r>
              <a:t>two — but don't wait for volunteers.]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one way to fix it. Not the only way.</a:t>
            </a:r>
          </a:p>
          <a:p/>
          <a:p>
            <a:r>
              <a:t>What was missing. Context: which staff, in which country, handling what data, and what</a:t>
            </a:r>
          </a:p>
          <a:p>
            <a:r>
              <a:t>prompted this being written at all. Task: "write something" isn't a task — did we want to</a:t>
            </a:r>
          </a:p>
          <a:p>
            <a:r>
              <a:t>inform, instruct, warn, or train? Those produce four different documents. Format: nothing at</a:t>
            </a:r>
          </a:p>
          <a:p>
            <a:r>
              <a:t>all was specified.</a:t>
            </a:r>
          </a:p>
          <a:p/>
          <a:p>
            <a:r>
              <a:t>And here's a rewrite. Read it while I point at the parts.</a:t>
            </a:r>
          </a:p>
          <a:p/>
          <a:p>
            <a:r>
              <a:t>Context: clinic administrative staff, in Turkey, handling patient records daily, most with</a:t>
            </a:r>
          </a:p>
          <a:p>
            <a:r>
              <a:t>no formal training. Four facts, each of which changes the output.</a:t>
            </a:r>
          </a:p>
          <a:p/>
          <a:p>
            <a:r>
              <a:t>Task: write a one-page internal briefing telling them what they may and may not put into</a:t>
            </a:r>
          </a:p>
          <a:p>
            <a:r>
              <a:t>public AI chat tools. Specific verb, specific scope, specific decision the reader needs to</a:t>
            </a:r>
          </a:p>
          <a:p>
            <a:r>
              <a:t>make.</a:t>
            </a:r>
          </a:p>
          <a:p/>
          <a:p>
            <a:r>
              <a:t>Format: four named sections, plain language, no legal citations, under 400 words. Notice</a:t>
            </a:r>
          </a:p>
          <a:p>
            <a:r>
              <a:t>"no legal citations" — that's a negative constraint doing real work, because a model asked</a:t>
            </a:r>
          </a:p>
          <a:p>
            <a:r>
              <a:t>about data protection will reach for regulation names, and after week three you know how</a:t>
            </a:r>
          </a:p>
          <a:p>
            <a:r>
              <a:t>reliable it will be about the specifics of Turkish regulation.</a:t>
            </a:r>
          </a:p>
          <a:p/>
          <a:p>
            <a:r>
              <a:t>No examples in this one, because the format spec is doing enough work. Four levers, and you</a:t>
            </a:r>
          </a:p>
          <a:p>
            <a:r>
              <a:t>use the ones you need.</a:t>
            </a:r>
          </a:p>
          <a:p/>
          <a:p>
            <a:r>
              <a:t>Compare that with "write something about data protection for our staff." Same intent.</a:t>
            </a:r>
          </a:p>
          <a:p>
            <a:r>
              <a:t>Entirely different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things.</a:t>
            </a:r>
          </a:p>
          <a:p/>
          <a:p>
            <a:r>
              <a:t>Most disappointing output is under-specified input. Start there before reaching for</a:t>
            </a:r>
          </a:p>
          <a:p>
            <a:r>
              <a:t>technique.</a:t>
            </a:r>
          </a:p>
          <a:p/>
          <a:p>
            <a:r>
              <a:t>Four levers: Context, Task, Format, Examples. Four questions, not an acronym.</a:t>
            </a:r>
          </a:p>
          <a:p/>
          <a:p>
            <a:r>
              <a:t>Format is the cheapest lever and the most neglected — and ask for the basis of the answer,</a:t>
            </a:r>
          </a:p>
          <a:p>
            <a:r>
              <a:t>because it converts an invisible claim into a checkable one.</a:t>
            </a:r>
          </a:p>
          <a:p/>
          <a:p>
            <a:r>
              <a:t>Change one thing at a time, or you learn nothing about what worked. That applies to prompts,</a:t>
            </a:r>
          </a:p>
          <a:p>
            <a:r>
              <a:t>and to advice about prompts, including mine.</a:t>
            </a:r>
          </a:p>
          <a:p/>
          <a:p>
            <a:r>
              <a:t>And diagnose before rewriting. Wrong shape means Format. Wrong content means Context or</a:t>
            </a:r>
          </a:p>
          <a:p>
            <a:r>
              <a:t>Task. Lifeless means Examples.</a:t>
            </a:r>
          </a:p>
          <a:p/>
          <a:p>
            <a:r>
              <a:t>Next week we go deeper on the third lever — controlling style, tone and format precisely.</a:t>
            </a:r>
          </a:p>
          <a:p>
            <a:r>
              <a:t>How it sounds, rather than what it says. Which matters more than people expect, because most</a:t>
            </a:r>
          </a:p>
          <a:p>
            <a:r>
              <a:t>professional writing fails on register rather than on facts.</a:t>
            </a:r>
          </a:p>
          <a:p/>
          <a:p>
            <a:r>
              <a:t>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 here.</a:t>
            </a:r>
          </a:p>
          <a:p/>
          <a:p>
            <a:r>
              <a:t>Common ones:</a:t>
            </a:r>
          </a:p>
          <a:p/>
          <a:p>
            <a:r>
              <a:t>"So role-play doesn't work?" — It does, modestly, when the role specifies a real situation:</a:t>
            </a:r>
          </a:p>
          <a:p>
            <a:r>
              <a:t>"a nurse explaining this to a parent" sets vocabulary and register. What doesn't add</a:t>
            </a:r>
          </a:p>
          <a:p>
            <a:r>
              <a:t>anything is stacking superlatives on top.</a:t>
            </a:r>
          </a:p>
          <a:p/>
          <a:p>
            <a:r>
              <a:t>"Should I write long prompts?" — Long enough to answer the four questions. Length isn't the</a:t>
            </a:r>
          </a:p>
          <a:p>
            <a:r>
              <a:t>goal; specificity is. A precise three-line prompt beats a vague page.</a:t>
            </a:r>
          </a:p>
          <a:p/>
          <a:p>
            <a:r>
              <a:t>"What if I don't know what format I want?" — Ask for two versions in different formats and</a:t>
            </a:r>
          </a:p>
          <a:p>
            <a:r>
              <a:t>pick. That's a legitimate use of a turn.</a:t>
            </a:r>
          </a:p>
          <a:p/>
          <a:p>
            <a:r>
              <a:t>"Does this all still work as models change?" — The four levers are about supplying</a:t>
            </a:r>
          </a:p>
          <a:p>
            <a:r>
              <a:t>information the model can't infer, so they should be durable. The folklore is what decays.</a:t>
            </a:r>
          </a:p>
          <a:p>
            <a:r>
              <a:t>That's roughly the test: does this advice have a mechanism, or is it a phrase?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 spc="220">
                <a:solidFill>
                  <a:srgbClr val="0F766E"/>
                </a:solidFill>
                <a:latin typeface="Calibri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 Light"/>
              </a:rPr>
              <a:t>Principles of Effective 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i="0">
                <a:solidFill>
                  <a:srgbClr val="C3D0DB"/>
                </a:solidFill>
                <a:latin typeface="Calibri"/>
              </a:rPr>
              <a:t>What actually improves results — and what only appears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Prompt Engineering and Large Language Models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Mehmet Ali Akyol, PhD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Ankara Medipol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Today: What We'll Explore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four levers that reliably change output quality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One structure, taught properly — rather than eight acronyms taught badly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Worked examples from healthcare and law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What doesn't work, and why the folklore persists anyway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Prompting as a loop: diagnose, then pull the right lever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Activity: Fix a Bad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4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The Four Levers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2937"/>
                </a:solidFill>
                <a:latin typeface="Calibri Light"/>
              </a:rPr>
              <a:t>Most disappointing output is under-specified input.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333D4B"/>
                </a:solidFill>
                <a:latin typeface="Calibri"/>
              </a:rPr>
              <a:t>Not because the model is weak — because your request had many valid answers and it picked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4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Four Levers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Context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What the model needs to know that it cannot infer — audience, situation, constraints, the source material itself.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21659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32555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97147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Task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What to do, stated as an instruction. Specific verb, specific scope.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76975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87871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3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Format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What the output should look like — length, structure, sections, table, list.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32291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43187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7779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Examples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One or two samples of what good looks like, when describing it is harder than showing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3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Not an acronym. Four questions to ask yourself before pressing Enter.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4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Lever 1 —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Everything the model needs that it cannot work out from your question alone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Audience: a patient's family, a court, a first-year student, a board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Situation: what has already happened, what has been tried, what constraints exist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Jurisdiction, institution, country — the single highest-value context in this room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Why it works, mechanically: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Context is in the window when the model predicts. It shifts probabilities directly.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Saying "under Turkish law" makes Turkish-relevant continuations more likely — it does not create knowledge the model lacks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4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Lever 2 — Task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State what to do, with a specific verb and a specific scope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Weak:  "Look at this contract."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Better: "List every clause that differs from the standard template."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Better still: "List every clause that differs from the standard template, and for each one say whether the change favours us or them."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Split compound tasks rather than stacking them.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"Summarise, translate, and identify risks" invites a shallow pass at all three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Three separate turns produce better work on each — and let you check each before continuing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4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Lever 3 — Format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Say what the output should look like. This is the cheapest lever and the most neglected.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"A table with columns: finding, source, confidence"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"Three bullets, maximum fifteen words each"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"Two paragraphs, no headings, no bullet points"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A structural instruction that pays for itself: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Ask for a column, section, or sentence recording what the answer is based 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 does not guarantee honesty — but it makes the basis visible, so you can check it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Length instructions are approximate. The model counts tokens, not words — Week 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4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Lever 4 —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Show one or two samples of what good looks like, when describing is harder than showing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Especially effective for tone, structure, and house style — things that resist description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One good example usually beats a paragraph of adjectives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Two cautions: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 will copy more than you intended — including length, hedging, and quirks of your sample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biased or unrepresentative example produces biased or unrepresentative output, faithfully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Never paste a real patient record, client file or personal document as your example.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4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One Structure, Properly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A Prompt That Uses All Four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Context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"You are helping a hospital communications team in Turkey. The reader is an adult family member with no medical training."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Task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"Rewrite the discharge instructions below so the family can follow them at home. Do not add any advice that is not in the original."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Format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"Short paragraphs under each of: medicines, activity, warning signs, follow-up. End with one line listing anything in the original you could not make simpler."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Examples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"Match the tone of the sample letter below."  [paste sample]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4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Same Structure, Legal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Context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"You are assisting a junior lawyer. The governing law is Turkish. The client is a small business."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Task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"Using only the contract text below, list every obligation that falls on our client, with the clause number for each."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Format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"A table: obligation, clause number, deadline if stated, exact quoted wording."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Constraint that does real work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"If something is implied but not stated, put it in a separate list headed 'not explicit in the text'."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4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Frameworks You Will See Named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CO-STAR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Context, Objective, Style, Tone, Audience, Response. A more granular version of the same idea — it splits Format into style, tone and response shape.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RACI, SMART, IDEA and others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Mostly project-management or goal-setting acronyms borrowed and applied to prompts. They rearrange the same four levers. None has strong evidence over the others.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IRAC — the exception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Issue, Rule, Analysis, Conclusion. Not a prompting framework — a genuine legal reasoning structure. Worth using because lawyers actually think that way.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4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What Doesn't Work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Folklore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Politeness — "please", "thank you"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Evidence is mixed and effects are small. Be polite if you like; don't count on it.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Incentives and threats — offering money, urgency, consequences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Circulated widely; evidence is weak and inconsistent across models.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Magic phrases — "take a deep breath", "think step by step"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Some had measurable effects on particular models at particular times. They are not durable.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Stacked role-play — "you are a world-class expert with 30 years of experience"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role helps by setting register and vocabulary. Piling on superlatives adds nothing.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4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Why Folklore Persists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You changed something and the output improved. So the change worked — didn't it?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Output varies between runs even with an identical prompt — Week 3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Any change you make is accompanied by a fresh roll of the dice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You will usually also have rewritten other things at the same time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And you are judging the result yourself, having hoped it would improve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Change one thing at a time, and compare across several runs before believing it.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That is the whole method of Week 8, applied to your own prompting.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4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Prompting Is a Loop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Diagnose Before You Rewrite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Run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Get output. Read it properly rather than skimming for the shape you expected.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21659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32555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97147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Diagnose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Name what is wrong — not 'it's bad', but which of the four levers failed.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76975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87871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3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Pull one lever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Change the single thing your diagnosis points at.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32291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43187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7779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Compare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Judge against the previous version, not against your hopes.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3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Most people rewrite the whole prompt from scratch and learn nothing. The diagnosis is where the skill lives.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4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Which Lever Do You Pull?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Wrong shape or length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Too long, wrong structure, bullets when you wanted prose, a wall of text. → Format. The cheapest fix and the most common problem.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Right shape, wrong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It answered a slightly different question, or assumed the wrong reader, country or situation. → Context, or a sharper Task verb and scope.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Correct but lifeless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Accurate, complete, and reads like nothing you would send. → Examples. Show it two paragraphs of the real thing.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4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Activity: Fix a Bad Prompt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Calibri"/>
              </a:rPr>
              <a:t>IN-CLASS ACTIVITY  ·  10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Fix a Bad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105156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3721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Here is a genuinely bad prompt: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"Write something about data protection for our staff."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1.  Name what is missing, lever by lever.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What context is absent? What exactly is the task? What shape should it take? Would an example help?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2.  Rewrite it using all four levers.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3.  If you have a device, run both and compare.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If not, compare your rewrite with the one on the next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4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One Way to Fix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What was missing: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Context — which staff, which country, what data, what triggered this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Task — "write something" is not a task. Inform? Instruct? Warn? Train?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Format — length, structure, whether it is an email, a poster, a policy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A rewrite: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"Our clinic administrative staff in Turkey handle patient records daily; most have no formal data-protection training. Write a one-page internal briefing telling them what they may and may not put into public AI chat tools. Four sections: what is at risk, three things never to do, three safe alternatives, who to ask. Plain language, no legal citations, under 400 words."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4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Wrap-Up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Most disappointing output is under-specified input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Four levers: Context, Task, Format, Examples — ask four questions, not one acronym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Format is the cheapest lever and the most neglected; ask for the basis of the answer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Change one thing at a time, or you learn nothing about what worked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Diagnose before rewriting: wrong shape → Format; wrong content → Context or Task; lifeless → Examples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Next week: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Controlling Style, Tone and Format — precise control over how it sounds, not just what it says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4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 Light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6616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Mehmet Ali Akyol, PhD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C3D0DB"/>
                </a:solidFill>
                <a:latin typeface="Calibri"/>
              </a:rPr>
              <a:t>mehmetali.akyol@gmail.com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
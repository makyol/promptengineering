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Last week we did seventy years of history, and we ended on a specific claim: these systems</a:t>
            </a:r>
          </a:p>
          <a:p>
            <a:r>
              <a:t>predict what is likely rather than what is true, and that was a deliberate design decision</a:t>
            </a:r>
          </a:p>
          <a:p>
            <a:r>
              <a:t>taken in the 1990s because it worked better than the alternative.</a:t>
            </a:r>
          </a:p>
          <a:p/>
          <a:p>
            <a:r>
              <a:t>Today I make good on that. We're going inside the model.</a:t>
            </a:r>
          </a:p>
          <a:p/>
          <a:p>
            <a:r>
              <a:t>By the end of this hour you should be able to explain, to a colleague who knows nothing</a:t>
            </a:r>
          </a:p>
          <a:p>
            <a:r>
              <a:t>about this, why these systems hallucinate. Not "because they're not perfect yet" — the</a:t>
            </a:r>
          </a:p>
          <a:p>
            <a:r>
              <a:t>actual mechanism. And you should be able to explain why it is not a bug that somebody is</a:t>
            </a:r>
          </a:p>
          <a:p>
            <a:r>
              <a:t>going to fix next year.</a:t>
            </a:r>
          </a:p>
          <a:p/>
          <a:p>
            <a:r>
              <a:t>I want to set expectations. There is no mathematics in this session. There's no code. What</a:t>
            </a:r>
          </a:p>
          <a:p>
            <a:r>
              <a:t>there is, is a set of ideas that are genuinely simple once you see them, and that most</a:t>
            </a:r>
          </a:p>
          <a:p>
            <a:r>
              <a:t>people using these tools every day have never been told.</a:t>
            </a:r>
          </a:p>
          <a:p/>
          <a:p>
            <a:r>
              <a:t>If you understand today properly, weeks seven and eight get much easier, because you'll</a:t>
            </a:r>
          </a:p>
          <a:p>
            <a:r>
              <a:t>know why grounding and verification are necessary rather than just being told to do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Tokens first — how text becomes something a machine can operate on. This sounds like</a:t>
            </a:r>
          </a:p>
          <a:p>
            <a:r>
              <a:t>plumbing and it explains a surprising number of things you've probably noticed.</a:t>
            </a:r>
          </a:p>
          <a:p/>
          <a:p>
            <a:r>
              <a:t>Then a point that matters specifically in this room: Turkish costs more than English when</a:t>
            </a:r>
          </a:p>
          <a:p>
            <a:r>
              <a:t>you use these systems. More tokens, more money, and often worse results. I'll show you</a:t>
            </a:r>
          </a:p>
          <a:p>
            <a:r>
              <a:t>why.</a:t>
            </a:r>
          </a:p>
          <a:p/>
          <a:p>
            <a:r>
              <a:t>Then prediction — the single operation that everything else sits on top of.</a:t>
            </a:r>
          </a:p>
          <a:p/>
          <a:p>
            <a:r>
              <a:t>Then the context window: what the model can actually see, and what happens when you give</a:t>
            </a:r>
          </a:p>
          <a:p>
            <a:r>
              <a:t>it more than fits. That's a quiet failure and it will bite you in week seven.</a:t>
            </a:r>
          </a:p>
          <a:p/>
          <a:p>
            <a:r>
              <a:t>Then the centrepiece — why hallucination happens. Not a hand-wave. The mechanism.</a:t>
            </a:r>
          </a:p>
          <a:p/>
          <a:p>
            <a:r>
              <a:t>Then an activity, and finally what actually differs between model families, so you can</a:t>
            </a:r>
          </a:p>
          <a:p>
            <a:r>
              <a:t>make sensible choices without needing to follow every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How text becomes something a machine can work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whole pipeline. Five steps, and I want you to be able to redraw this.</a:t>
            </a:r>
          </a:p>
          <a:p/>
          <a:p>
            <a:r>
              <a:t>You type something. "Explain photosynthesis simply."</a:t>
            </a:r>
          </a:p>
          <a:p/>
          <a:p>
            <a:r>
              <a:t>Step two: it's split into pieces called tokens. Notice in the example that "photosynthesis"</a:t>
            </a:r>
          </a:p>
          <a:p>
            <a:r>
              <a:t>becomes two pieces — "photo" and "synthesis" — and that the spaces are attached to the</a:t>
            </a:r>
          </a:p>
          <a:p>
            <a:r>
              <a:t>front of words. That's typical.</a:t>
            </a:r>
          </a:p>
          <a:p/>
          <a:p>
            <a:r>
              <a:t>Step three: each piece becomes a number, and then each number becomes a long list of</a:t>
            </a:r>
          </a:p>
          <a:p>
            <a:r>
              <a:t>numbers representing its position in that meaning-space we discussed last week.</a:t>
            </a:r>
          </a:p>
          <a:p/>
          <a:p>
            <a:r>
              <a:t>Step four: the model produces a probability for every possible next piece. Not one answer</a:t>
            </a:r>
          </a:p>
          <a:p>
            <a:r>
              <a:t>— a probability distribution across its entire vocabulary, which might be a hundred</a:t>
            </a:r>
          </a:p>
          <a:p>
            <a:r>
              <a:t>thousand possibilities.</a:t>
            </a:r>
          </a:p>
          <a:p/>
          <a:p>
            <a:r>
              <a:t>Step five: one piece gets chosen, added to the end, and then the whole thing runs again</a:t>
            </a:r>
          </a:p>
          <a:p>
            <a:r>
              <a:t>with the new, slightly longer text.</a:t>
            </a:r>
          </a:p>
          <a:p/>
          <a:p>
            <a:r>
              <a:t>Read the caption, because this is the sentence that reframes everything. Every response</a:t>
            </a:r>
          </a:p>
          <a:p>
            <a:r>
              <a:t>you have ever received from one of these systems was built one piece at a time, by</a:t>
            </a:r>
          </a:p>
          <a:p>
            <a:r>
              <a:t>repeating those last two steps, hundreds of times.</a:t>
            </a:r>
          </a:p>
          <a:p/>
          <a:p>
            <a:r>
              <a:t>It never planned the paragraph. It never knew how the sentence would end when it started</a:t>
            </a:r>
          </a:p>
          <a:p>
            <a:r>
              <a:t>writing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thing to unlearn: tokens are not words.</a:t>
            </a:r>
          </a:p>
          <a:p/>
          <a:p>
            <a:r>
              <a:t>A token might be a whole word, part of a word, a single character, or a piece of</a:t>
            </a:r>
          </a:p>
          <a:p>
            <a:r>
              <a:t>punctuation. Common words are usually a single token — "the", "hospital", "patient". Rarer</a:t>
            </a:r>
          </a:p>
          <a:p>
            <a:r>
              <a:t>words get broken into pieces: "tokenization" might become "token" plus "ization". And a</a:t>
            </a:r>
          </a:p>
          <a:p>
            <a:r>
              <a:t>space is usually attached to the front of the word that follows it, which is why the</a:t>
            </a:r>
          </a:p>
          <a:p>
            <a:r>
              <a:t>token is " hospital" with a space rather than "hospital".</a:t>
            </a:r>
          </a:p>
          <a:p/>
          <a:p>
            <a:r>
              <a:t>Now, why break words at all? Why not just have a list of words?</a:t>
            </a:r>
          </a:p>
          <a:p/>
          <a:p>
            <a:r>
              <a:t>Because a fixed list of whole words fails the instant it meets a word that isn't on the</a:t>
            </a:r>
          </a:p>
          <a:p>
            <a:r>
              <a:t>list. A new drug name. A surname. A technical term. A typo. Any of those would simply be</a:t>
            </a:r>
          </a:p>
          <a:p>
            <a:r>
              <a:t>unrepresentable.</a:t>
            </a:r>
          </a:p>
          <a:p/>
          <a:p>
            <a:r>
              <a:t>With pieces, anything can be assembled. It's like building with a limited set of bricks —</a:t>
            </a:r>
          </a:p>
          <a:p>
            <a:r>
              <a:t>you can't have a brick for every possible object, but with enough small bricks you can</a:t>
            </a:r>
          </a:p>
          <a:p>
            <a:r>
              <a:t>build anything. The system is never stuck, and that robustness is worth the cost of words</a:t>
            </a:r>
          </a:p>
          <a:p>
            <a:r>
              <a:t>being fragmented.</a:t>
            </a:r>
          </a:p>
          <a:p/>
          <a:p>
            <a:r>
              <a:t>And that fragmentation has consequences, which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matters more in this room than it would in most.</a:t>
            </a:r>
          </a:p>
          <a:p/>
          <a:p>
            <a:r>
              <a:t>Tokenizers are trained mostly on English text. So English words tend to come out as single</a:t>
            </a:r>
          </a:p>
          <a:p>
            <a:r>
              <a:t>tokens, because they appeared often enough during training to earn their own entry.</a:t>
            </a:r>
          </a:p>
          <a:p/>
          <a:p>
            <a:r>
              <a:t>Turkish is agglutinative — you build long words by stacking suffixes. And stacked suffixes</a:t>
            </a:r>
          </a:p>
          <a:p>
            <a:r>
              <a:t>are exactly the kind of thing that gets fragmented, because the whole assembled word</a:t>
            </a:r>
          </a:p>
          <a:p>
            <a:r>
              <a:t>appeared rarely, even if every piece of it is common.</a:t>
            </a:r>
          </a:p>
          <a:p/>
          <a:p>
            <a:r>
              <a:t>So a Turkish word that an English speaker would express in one word can become four, five,</a:t>
            </a:r>
          </a:p>
          <a:p>
            <a:r>
              <a:t>six tokens.</a:t>
            </a:r>
          </a:p>
          <a:p/>
          <a:p>
            <a:r>
              <a:t>Three consequences, and none of them are small.</a:t>
            </a:r>
          </a:p>
          <a:p/>
          <a:p>
            <a:r>
              <a:t>One: the same document in Turkish fills the context window faster than the English</a:t>
            </a:r>
          </a:p>
          <a:p>
            <a:r>
              <a:t>version. You will hit limits sooner.</a:t>
            </a:r>
          </a:p>
          <a:p/>
          <a:p>
            <a:r>
              <a:t>Two: wherever usage is metered — paid plans, free-tier caps, message limits — Turkish</a:t>
            </a:r>
          </a:p>
          <a:p>
            <a:r>
              <a:t>costs more to process the same content. You are, in a small and quiet way, paying a tax</a:t>
            </a:r>
          </a:p>
          <a:p>
            <a:r>
              <a:t>for the language you speak.</a:t>
            </a:r>
          </a:p>
          <a:p/>
          <a:p>
            <a:r>
              <a:t>Three, and this is the significant one: performance is often measurably weaker in Turkish,</a:t>
            </a:r>
          </a:p>
          <a:p>
            <a:r>
              <a:t>because there is far less Turkish text in training data than English. This is exactly the</a:t>
            </a:r>
          </a:p>
          <a:p>
            <a:r>
              <a:t>displacement failure from week one, seen from the inside. Now you know why it happens.</a:t>
            </a:r>
          </a:p>
          <a:p/>
          <a:p>
            <a:r>
              <a:t>Don't take my word for any of this — paste the same sentence in both languages into any</a:t>
            </a:r>
          </a:p>
          <a:p>
            <a:r>
              <a:t>online tokenizer and count. That's the activity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you may have noticed, all explained by tokens.</a:t>
            </a:r>
          </a:p>
          <a:p/>
          <a:p>
            <a:r>
              <a:t>First: these systems can be strangely bad at counting letters. Ask how many times a</a:t>
            </a:r>
          </a:p>
          <a:p>
            <a:r>
              <a:t>particular letter appears in a word and you may get a confident wrong answer. Why? It never</a:t>
            </a:r>
          </a:p>
          <a:p>
            <a:r>
              <a:t>saw letters. It saw chunks. You are asking it about something it cannot directly perceive —</a:t>
            </a:r>
          </a:p>
          <a:p>
            <a:r>
              <a:t>like asking someone to count the bricks in a wall they only ever saw as complete panels.</a:t>
            </a:r>
          </a:p>
          <a:p/>
          <a:p>
            <a:r>
              <a:t>Second, and for the same reason: reversing a word, spelling something out, finding rhymes.</a:t>
            </a:r>
          </a:p>
          <a:p>
            <a:r>
              <a:t>All letter-level tasks, performed by a system that works on pieces.</a:t>
            </a:r>
          </a:p>
          <a:p/>
          <a:p>
            <a:r>
              <a:t>Third: length limits feel arbitrary because they're counted in tokens, not words or</a:t>
            </a:r>
          </a:p>
          <a:p>
            <a:r>
              <a:t>characters. That's why asking for "about 500 words" behaves inconsistently, and why the</a:t>
            </a:r>
          </a:p>
          <a:p>
            <a:r>
              <a:t>same limit gets you noticeably less content in Turkish than in English.</a:t>
            </a:r>
          </a:p>
          <a:p/>
          <a:p>
            <a:r>
              <a:t>I want to point at something about all three of these. None of them are the system being</a:t>
            </a:r>
          </a:p>
          <a:p>
            <a:r>
              <a:t>stupid. Each is a perfectly predictable consequence of how text gets represented. Once you</a:t>
            </a:r>
          </a:p>
          <a:p>
            <a:r>
              <a:t>know the mechanism, the behaviour stops being mysterious and becomes something you can</a:t>
            </a:r>
          </a:p>
          <a:p>
            <a:r>
              <a:t>anticipate — which is the difference between being surprised by a tool and being able to</a:t>
            </a:r>
          </a:p>
          <a:p>
            <a:r>
              <a:t>use it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single operation underneath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whole thing. Given everything so far, produce a probability for every possible</a:t>
            </a:r>
          </a:p>
          <a:p>
            <a:r>
              <a:t>next token. That is the operation. There isn't a second one.</a:t>
            </a:r>
          </a:p>
          <a:p/>
          <a:p>
            <a:r>
              <a:t>Two examples. "The capital of France is —" and "Paris" gets an overwhelming probability,</a:t>
            </a:r>
          </a:p>
          <a:p>
            <a:r>
              <a:t>because in essentially every text where that phrase appeared, Paris followed.</a:t>
            </a:r>
          </a:p>
          <a:p/>
          <a:p>
            <a:r>
              <a:t>"My favourite colour is —" and the probability is spread thinly across many options, none</a:t>
            </a:r>
          </a:p>
          <a:p>
            <a:r>
              <a:t>of them clearly right, because there's no fact to recover.</a:t>
            </a:r>
          </a:p>
          <a:p/>
          <a:p>
            <a:r>
              <a:t>Now the bold line, and this is the most important sentence in today's session.</a:t>
            </a:r>
          </a:p>
          <a:p/>
          <a:p>
            <a:r>
              <a:t>The model does not know which of those two situations it is in.</a:t>
            </a:r>
          </a:p>
          <a:p/>
          <a:p>
            <a:r>
              <a:t>It performs the same operation either way. It doesn't have a separate mode for "I know</a:t>
            </a:r>
          </a:p>
          <a:p>
            <a:r>
              <a:t>this" and "I'm guessing." And critically, nothing in the output tells you which one</a:t>
            </a:r>
          </a:p>
          <a:p>
            <a:r>
              <a:t>happened. A near-certain answer and a wild guess come out looking identical — same fluent</a:t>
            </a:r>
          </a:p>
          <a:p>
            <a:r>
              <a:t>prose, same confident tone, same structure.</a:t>
            </a:r>
          </a:p>
          <a:p/>
          <a:p>
            <a:r>
              <a:t>That's overconfidence from week one, and now you can see its source. It isn't a</a:t>
            </a:r>
          </a:p>
          <a:p>
            <a:r>
              <a:t>personality flaw in the system. There is simply no mechanism by which uncertainty could</a:t>
            </a:r>
          </a:p>
          <a:p>
            <a:r>
              <a:t>reach you, because uncertainty isn't part of what gets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I need to correct something, because students often over-learn the previous slide.</a:t>
            </a:r>
          </a:p>
          <a:p/>
          <a:p>
            <a:r>
              <a:t>People hear "it just predicts the next word" and conclude the whole thing is a parlour</a:t>
            </a:r>
          </a:p>
          <a:p>
            <a:r>
              <a:t>trick. That conclusion is wrong, and it's wrong in a way that will make you worse at using</a:t>
            </a:r>
          </a:p>
          <a:p>
            <a:r>
              <a:t>these tools, not better.</a:t>
            </a:r>
          </a:p>
          <a:p/>
          <a:p>
            <a:r>
              <a:t>Here's why. To predict text well — across medicine, law, code, poetry, six languages — you</a:t>
            </a:r>
          </a:p>
          <a:p>
            <a:r>
              <a:t>need internal structure. Predicting the next word in a medical case note accurately</a:t>
            </a:r>
          </a:p>
          <a:p>
            <a:r>
              <a:t>requires something that functions like medical knowledge. Predicting how a logical argument</a:t>
            </a:r>
          </a:p>
          <a:p>
            <a:r>
              <a:t>concludes requires something that functions like reasoning. You cannot get good at the</a:t>
            </a:r>
          </a:p>
          <a:p>
            <a:r>
              <a:t>prediction task without developing those structures, because the prediction task is hard.</a:t>
            </a:r>
          </a:p>
          <a:p/>
          <a:p>
            <a:r>
              <a:t>So the capability is real. Genuinely real. The bold line matters: do not conclude "it's</a:t>
            </a:r>
          </a:p>
          <a:p>
            <a:r>
              <a:t>just autocomplete, so it's useless." That error is as damaging as over-trusting it, and</a:t>
            </a:r>
          </a:p>
          <a:p>
            <a:r>
              <a:t>it's the error educated sceptics tend to make.</a:t>
            </a:r>
          </a:p>
          <a:p/>
          <a:p>
            <a:r>
              <a:t>And the last line, which I'll say plainly: whether any of this constitutes understanding is</a:t>
            </a:r>
          </a:p>
          <a:p>
            <a:r>
              <a:t>genuinely disputed among serious people, and I'm not going to pretend to settle it in a</a:t>
            </a:r>
          </a:p>
          <a:p>
            <a:r>
              <a:t>Tuesday afternoon lecture.</a:t>
            </a:r>
          </a:p>
          <a:p/>
          <a:p>
            <a:r>
              <a:t>The good news is you don't need to settle it. You need to know what the system does</a:t>
            </a:r>
          </a:p>
          <a:p>
            <a:r>
              <a:t>reliably and where it fails. That's an engineering question, not a philosophical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somebody may have wondered why the same question gives different answers. Here's</a:t>
            </a:r>
          </a:p>
          <a:p>
            <a:r>
              <a:t>why.</a:t>
            </a:r>
          </a:p>
          <a:p/>
          <a:p>
            <a:r>
              <a:t>Having produced probabilities across the vocabulary, the system has to pick one. And it</a:t>
            </a:r>
          </a:p>
          <a:p>
            <a:r>
              <a:t>usually does not simply take the highest.</a:t>
            </a:r>
          </a:p>
          <a:p/>
          <a:p>
            <a:r>
              <a:t>Why not? Because always taking the most likely token produces text that is repetitive,</a:t>
            </a:r>
          </a:p>
          <a:p>
            <a:r>
              <a:t>flat, and strangely lifeless. It gets stuck in loops. So there is deliberate randomness</a:t>
            </a:r>
          </a:p>
          <a:p>
            <a:r>
              <a:t>introduced into the selection.</a:t>
            </a:r>
          </a:p>
          <a:p/>
          <a:p>
            <a:r>
              <a:t>That's often exposed to you as a setting called temperature. Lower temperature means more</a:t>
            </a:r>
          </a:p>
          <a:p>
            <a:r>
              <a:t>predictable and more repetitive — better when you're extracting data or need consistent</a:t>
            </a:r>
          </a:p>
          <a:p>
            <a:r>
              <a:t>structure. Higher means more varied and more surprising — better for brainstorming and</a:t>
            </a:r>
          </a:p>
          <a:p>
            <a:r>
              <a:t>first drafts.</a:t>
            </a:r>
          </a:p>
          <a:p/>
          <a:p>
            <a:r>
              <a:t>Now the consequence, and it's a trap I want you to avoid.</a:t>
            </a:r>
          </a:p>
          <a:p/>
          <a:p>
            <a:r>
              <a:t>Asking the same question twice and getting the same answer is not confirmation. People do</a:t>
            </a:r>
          </a:p>
          <a:p>
            <a:r>
              <a:t>this constantly — they get an answer, they feel unsure, they ask again, they get something</a:t>
            </a:r>
          </a:p>
          <a:p>
            <a:r>
              <a:t>similar, and they feel reassured.</a:t>
            </a:r>
          </a:p>
          <a:p/>
          <a:p>
            <a:r>
              <a:t>But a consistent answer means the pattern is strong in the training data. It does not mean</a:t>
            </a:r>
          </a:p>
          <a:p>
            <a:r>
              <a:t>the answer is correct. A widely repeated error will be reproduced very consistently</a:t>
            </a:r>
          </a:p>
          <a:p>
            <a:r>
              <a:t>indeed. Consistency measures how common something is, not whether it's true.</a:t>
            </a:r>
          </a:p>
          <a:p/>
          <a:p>
            <a:r>
              <a:t>We'll build the actual check in week 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What the model can see — and what happens when you exceed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context window is the total amount of text the model can consider at once, measured in</a:t>
            </a:r>
          </a:p>
          <a:p>
            <a:r>
              <a:t>tokens.</a:t>
            </a:r>
          </a:p>
          <a:p/>
          <a:p>
            <a:r>
              <a:t>And it holds more than people realise. Four things.</a:t>
            </a:r>
          </a:p>
          <a:p/>
          <a:p>
            <a:r>
              <a:t>Hidden instructions that the product adds before your message ever arrives — every</a:t>
            </a:r>
          </a:p>
          <a:p>
            <a:r>
              <a:t>commercial tool does this. Text you never see, telling the model how to behave.</a:t>
            </a:r>
          </a:p>
          <a:p/>
          <a:p>
            <a:r>
              <a:t>Everything either of you has said so far in this conversation. All of it, re-sent every</a:t>
            </a:r>
          </a:p>
          <a:p>
            <a:r>
              <a:t>single time. This is worth pausing on: the model isn't remembering your conversation. The</a:t>
            </a:r>
          </a:p>
          <a:p>
            <a:r>
              <a:t>entire conversation is being handed to it afresh with every message. That's what memory</a:t>
            </a:r>
          </a:p>
          <a:p>
            <a:r>
              <a:t>means here.</a:t>
            </a:r>
          </a:p>
          <a:p/>
          <a:p>
            <a:r>
              <a:t>Any documents or images you attached.</a:t>
            </a:r>
          </a:p>
          <a:p/>
          <a:p>
            <a:r>
              <a:t>And the response currently being generated, which also occupies space as it grows.</a:t>
            </a:r>
          </a:p>
          <a:p/>
          <a:p>
            <a:r>
              <a:t>All four compete for the same finite budget. And this is why, in a long conversation,</a:t>
            </a:r>
          </a:p>
          <a:p>
            <a:r>
              <a:t>things start to drift — earlier material is being squeezed by everything that came after</a:t>
            </a:r>
          </a:p>
          <a:p>
            <a:r>
              <a:t>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are large now — much larger than a few years ago — and it is tempting to conclude</a:t>
            </a:r>
          </a:p>
          <a:p>
            <a:r>
              <a:t>the problem is solved. It isn't, and the reason is what happens at the edge.</a:t>
            </a:r>
          </a:p>
          <a:p/>
          <a:p>
            <a:r>
              <a:t>Three behaviours. Some tools refuse the input outright: too long, won't process. That is</a:t>
            </a:r>
          </a:p>
          <a:p>
            <a:r>
              <a:t>the good case, and I want you to notice that it's good. An error message is a gift. You</a:t>
            </a:r>
          </a:p>
          <a:p>
            <a:r>
              <a:t>know something went wrong.</a:t>
            </a:r>
          </a:p>
          <a:p/>
          <a:p>
            <a:r>
              <a:t>Others silently drop or compress the earlier part of the conversation to make room.</a:t>
            </a:r>
          </a:p>
          <a:p/>
          <a:p>
            <a:r>
              <a:t>And others accept your long document but attend to it unevenly, doing better on material</a:t>
            </a:r>
          </a:p>
          <a:p>
            <a:r>
              <a:t>at the beginning and the end than in the middle.</a:t>
            </a:r>
          </a:p>
          <a:p/>
          <a:p>
            <a:r>
              <a:t>Now the bold line. The failure is quiet. You get a fluent, confident answer that was based</a:t>
            </a:r>
          </a:p>
          <a:p>
            <a:r>
              <a:t>on part of your document, and there is no warning anywhere that this happened.</a:t>
            </a:r>
          </a:p>
          <a:p/>
          <a:p>
            <a:r>
              <a:t>This is the single most common explanation for a complaint I hear every year: "I gave it</a:t>
            </a:r>
          </a:p>
          <a:p>
            <a:r>
              <a:t>the whole report and it missed something obvious." It didn't miss it. It very likely never</a:t>
            </a:r>
          </a:p>
          <a:p>
            <a:r>
              <a:t>saw it.</a:t>
            </a:r>
          </a:p>
          <a:p/>
          <a:p>
            <a:r>
              <a:t>Remember this in week seven. When we ground a system in your documents, "did it actually</a:t>
            </a:r>
          </a:p>
          <a:p>
            <a:r>
              <a:t>read all of this?" is a question you must ask deliberately, because the system will never</a:t>
            </a:r>
          </a:p>
          <a:p>
            <a:r>
              <a:t>volunteer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The centrepiece. If you take one thing from week three, take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it is.</a:t>
            </a:r>
          </a:p>
          <a:p/>
          <a:p>
            <a:r>
              <a:t>There is no step at which the system checks whether what it is saying is true.</a:t>
            </a:r>
          </a:p>
          <a:p/>
          <a:p>
            <a:r>
              <a:t>I want to be precise, because students soften this. It isn't that the check is weak, or</a:t>
            </a:r>
          </a:p>
          <a:p>
            <a:r>
              <a:t>unreliable, or sometimes skipped. There is no check. Truth is not part of the operation</a:t>
            </a:r>
          </a:p>
          <a:p>
            <a:r>
              <a:t>being performed.</a:t>
            </a:r>
          </a:p>
          <a:p/>
          <a:p>
            <a:r>
              <a:t>Go back to the pipeline from earlier. Text in, tokens, numbers, probabilities, choose,</a:t>
            </a:r>
          </a:p>
          <a:p>
            <a:r>
              <a:t>repeat. Point at the step where truth enters. It isn't there. There's nowhere for it to</a:t>
            </a:r>
          </a:p>
          <a:p>
            <a:r>
              <a:t>be.</a:t>
            </a:r>
          </a:p>
          <a:p/>
          <a:p>
            <a:r>
              <a:t>What the system optimises is plausibility — what would likely come next, given everything</a:t>
            </a:r>
          </a:p>
          <a:p>
            <a:r>
              <a:t>so far. And most of the time, in most domains, the plausible continuation is also the true</a:t>
            </a:r>
          </a:p>
          <a:p>
            <a:r>
              <a:t>one, because the text it learned from was mostly written by people trying to be accurate.</a:t>
            </a:r>
          </a:p>
          <a:p>
            <a:r>
              <a:t>That correlation is why these tools work at all.</a:t>
            </a:r>
          </a:p>
          <a:p/>
          <a:p>
            <a:r>
              <a:t>But it is a correlation. Not a guarantee. And when it breaks — when the plausible</a:t>
            </a:r>
          </a:p>
          <a:p>
            <a:r>
              <a:t>continuation and the true one come apart — the system has no way to notice, because it was</a:t>
            </a:r>
          </a:p>
          <a:p>
            <a:r>
              <a:t>never tracking the difference.</a:t>
            </a:r>
          </a:p>
          <a:p/>
          <a:p>
            <a:r>
              <a:t>That is hallucination. Not a malfunction. The system working exactly as designed, in a</a:t>
            </a:r>
          </a:p>
          <a:p>
            <a:r>
              <a:t>region where plausible and true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situations where the correlation between plausible and true predictably breaks.</a:t>
            </a:r>
          </a:p>
          <a:p/>
          <a:p>
            <a:r>
              <a:t>Thin coverage. Topics with little training text — local law, minority languages, niche</a:t>
            </a:r>
          </a:p>
          <a:p>
            <a:r>
              <a:t>procedures, recent events. The pattern is weak, so plausible-sounding filler wins by</a:t>
            </a:r>
          </a:p>
          <a:p>
            <a:r>
              <a:t>default. Note this is the mechanism behind week one's displacement failure, and note again</a:t>
            </a:r>
          </a:p>
          <a:p>
            <a:r>
              <a:t>that it means Turkish-specific questions carry more risk than English ones. Not because the</a:t>
            </a:r>
          </a:p>
          <a:p>
            <a:r>
              <a:t>model is biased against Turkish, but because there's less of it to learn from.</a:t>
            </a:r>
          </a:p>
          <a:p/>
          <a:p>
            <a:r>
              <a:t>Specific details. Citations, numbers, dates, names, references. These are precisely the</a:t>
            </a:r>
          </a:p>
          <a:p>
            <a:r>
              <a:t>things that cannot be inferred from the surrounding text — they have to be recalled. And</a:t>
            </a:r>
          </a:p>
          <a:p>
            <a:r>
              <a:t>here's the cruel part: the *format* of a citation is extremely easy to imitate, because</a:t>
            </a:r>
          </a:p>
          <a:p>
            <a:r>
              <a:t>citations are highly patterned. The content is not. So you get a perfectly formatted</a:t>
            </a:r>
          </a:p>
          <a:p>
            <a:r>
              <a:t>citation to a paper that doesn't exist. That's our week one worked example, explained.</a:t>
            </a:r>
          </a:p>
          <a:p/>
          <a:p>
            <a:r>
              <a:t>Confident framing. If you ask a question that presupposes something false, the likely</a:t>
            </a:r>
          </a:p>
          <a:p>
            <a:r>
              <a:t>continuation accepts the premise. Ask "explain why X causes Y" and you will get an</a:t>
            </a:r>
          </a:p>
          <a:p>
            <a:r>
              <a:t>explanation, regardless of whether X causes Y. The system is completing your framing, not</a:t>
            </a:r>
          </a:p>
          <a:p>
            <a:r>
              <a:t>auditing it.</a:t>
            </a:r>
          </a:p>
          <a:p/>
          <a:p>
            <a:r>
              <a:t>That last one is a genuinely useful defensive habit: watch what your own question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question: why doesn't it just say it doesn't know?</a:t>
            </a:r>
          </a:p>
          <a:p/>
          <a:p>
            <a:r>
              <a:t>Because "I don't know" is itself just a sequence of tokens, competing with every other</a:t>
            </a:r>
          </a:p>
          <a:p>
            <a:r>
              <a:t>possible continuation. It isn't a special escape hatch. It's a phrase.</a:t>
            </a:r>
          </a:p>
          <a:p/>
          <a:p>
            <a:r>
              <a:t>And think about the text these systems learned from. When a question appears, what usually</a:t>
            </a:r>
          </a:p>
          <a:p>
            <a:r>
              <a:t>follows? An answer. Textbooks answer questions. Forums answer questions. Documentation</a:t>
            </a:r>
          </a:p>
          <a:p>
            <a:r>
              <a:t>answers questions. Very little written text consists of somebody asking something and</a:t>
            </a:r>
          </a:p>
          <a:p>
            <a:r>
              <a:t>somebody else saying "no idea." So "I don't know" is a low-probability continuation — even</a:t>
            </a:r>
          </a:p>
          <a:p>
            <a:r>
              <a:t>in exactly the situations where it's the correct one.</a:t>
            </a:r>
          </a:p>
          <a:p/>
          <a:p>
            <a:r>
              <a:t>Now, fine-tuning does push models to hedge and refuse more than raw prediction would. That</a:t>
            </a:r>
          </a:p>
          <a:p>
            <a:r>
              <a:t>is real and it genuinely helps. But read the bold line: it's a tendency, not a guarantee.</a:t>
            </a:r>
          </a:p>
          <a:p>
            <a:r>
              <a:t>It shifts probabilities. It doesn't install a mechanism.</a:t>
            </a:r>
          </a:p>
          <a:p/>
          <a:p>
            <a:r>
              <a:t>You can improve your odds with instructions like "if the answer is not in the sources</a:t>
            </a:r>
          </a:p>
          <a:p>
            <a:r>
              <a:t>provided, say so and stop." That helps.</a:t>
            </a:r>
          </a:p>
          <a:p/>
          <a:p>
            <a:r>
              <a:t>But notice the condition hiding in that sentence — "in the sources provided." It works much</a:t>
            </a:r>
          </a:p>
          <a:p>
            <a:r>
              <a:t>better when there *are* sources to check against, because then there's something concrete</a:t>
            </a:r>
          </a:p>
          <a:p>
            <a:r>
              <a:t>to fail against rather than an abstract judgment about its own knowledge.</a:t>
            </a:r>
          </a:p>
          <a:p/>
          <a:p>
            <a:r>
              <a:t>Which is week seven, and now you know why week seven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Ten minutes. If you have a device, run it. If not, the results are on the</a:t>
            </a:r>
          </a:p>
          <a:p>
            <a:r>
              <a:t>following slides and we'll walk them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Four steps.</a:t>
            </a:r>
          </a:p>
          <a:p/>
          <a:p>
            <a:r>
              <a:t>One. Open any online tokenizer. Search for "tokenizer" — several are free, run in the</a:t>
            </a:r>
          </a:p>
          <a:p>
            <a:r>
              <a:t>browser, need no account. Any of them will do; we're looking at a general property, not a</a:t>
            </a:r>
          </a:p>
          <a:p>
            <a:r>
              <a:t>specific product.</a:t>
            </a:r>
          </a:p>
          <a:p/>
          <a:p>
            <a:r>
              <a:t>Two. Paste the same sentence in English and in Turkish and compare the counts. Then try a</a:t>
            </a:r>
          </a:p>
          <a:p>
            <a:r>
              <a:t>long agglutinated Turkish word on its own — one of the ones that makes foreigners laugh —</a:t>
            </a:r>
          </a:p>
          <a:p>
            <a:r>
              <a:t>and watch it shatter into pieces.</a:t>
            </a:r>
          </a:p>
          <a:p/>
          <a:p>
            <a:r>
              <a:t>Three. Try your own name. A place name. A technical term from your own field. Which stay</a:t>
            </a:r>
          </a:p>
          <a:p>
            <a:r>
              <a:t>whole? Which break apart? And think about why — what does staying whole tell you about how</a:t>
            </a:r>
          </a:p>
          <a:p>
            <a:r>
              <a:t>often that string appeared in training text?</a:t>
            </a:r>
          </a:p>
          <a:p/>
          <a:p>
            <a:r>
              <a:t>Four. Then go to an assistant and ask it to count how many times a particular letter</a:t>
            </a:r>
          </a:p>
          <a:p>
            <a:r>
              <a:t>appears in a long word. Check it by hand.</a:t>
            </a:r>
          </a:p>
          <a:p/>
          <a:p>
            <a:r>
              <a:t>[If nobody has a device, skip straight to the next slide — the comparison is on it.]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Whether or not you ran it, here's what the exercise shows.</a:t>
            </a:r>
          </a:p>
          <a:p/>
          <a:p>
            <a:r>
              <a:t>Turkish takes more tokens. The same meaning, in Turkish, costs noticeably more than in</a:t>
            </a:r>
          </a:p>
          <a:p>
            <a:r>
              <a:t>English, and long agglutinated words fragment heavily — each suffix tends to become its own</a:t>
            </a:r>
          </a:p>
          <a:p>
            <a:r>
              <a:t>piece. That's the tax we discussed, and now you've seen it measured rather than asserted.</a:t>
            </a:r>
          </a:p>
          <a:p/>
          <a:p>
            <a:r>
              <a:t>Familiarity predicts wholeness. Common names and terms survive as single tokens. Rare</a:t>
            </a:r>
          </a:p>
          <a:p>
            <a:r>
              <a:t>names, local place names, specialist vocabulary — these fragment. And there's a genuinely</a:t>
            </a:r>
          </a:p>
          <a:p>
            <a:r>
              <a:t>useful inference available here: whether a string stayed whole tells you something about</a:t>
            </a:r>
          </a:p>
          <a:p>
            <a:r>
              <a:t>how often it appeared in the training text. Which tells you something about how reliable</a:t>
            </a:r>
          </a:p>
          <a:p>
            <a:r>
              <a:t>the system is likely to be on that topic. That's a rough signal, but it's a real one.</a:t>
            </a:r>
          </a:p>
          <a:p/>
          <a:p>
            <a:r>
              <a:t>And letter counting is unreliable, because the system never saw letters. If yours got it</a:t>
            </a:r>
          </a:p>
          <a:p>
            <a:r>
              <a:t>right, it probably reasoned about it explicitly rather than perceiving it directly — try a</a:t>
            </a:r>
          </a:p>
          <a:p>
            <a:r>
              <a:t>longer or stranger word and watch it become fragile again.</a:t>
            </a:r>
          </a:p>
          <a:p/>
          <a:p>
            <a:r>
              <a:t>None of this is the system being defective. All of it is a direct consequence of the</a:t>
            </a:r>
          </a:p>
          <a:p>
            <a:r>
              <a:t>pipeline we drew at the start of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six, and briefly. Enough to make sensible choices without following every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are released constantly, and any specific list I gave you today would be out of date</a:t>
            </a:r>
          </a:p>
          <a:p>
            <a:r>
              <a:t>before your exam. So I'm not going to give you one. What's durable is knowing which axes</a:t>
            </a:r>
          </a:p>
          <a:p>
            <a:r>
              <a:t>matter.</a:t>
            </a:r>
          </a:p>
          <a:p/>
          <a:p>
            <a:r>
              <a:t>Five of them.</a:t>
            </a:r>
          </a:p>
          <a:p/>
          <a:p>
            <a:r>
              <a:t>Context window — how much can it hold at once. Now you know exactly what that means and</a:t>
            </a:r>
          </a:p>
          <a:p>
            <a:r>
              <a:t>why it matters.</a:t>
            </a:r>
          </a:p>
          <a:p/>
          <a:p>
            <a:r>
              <a:t>Knowledge cut-off — how recent is what it knows. Anything after that date is unknown to it,</a:t>
            </a:r>
          </a:p>
          <a:p>
            <a:r>
              <a:t>and it will not necessarily tell you.</a:t>
            </a:r>
          </a:p>
          <a:p/>
          <a:p>
            <a:r>
              <a:t>Whether it can search or read documents you provide, rather than working purely from</a:t>
            </a:r>
          </a:p>
          <a:p>
            <a:r>
              <a:t>memory. This is the biggest practical difference between tools, and it's what makes week</a:t>
            </a:r>
          </a:p>
          <a:p>
            <a:r>
              <a:t>seven possible.</a:t>
            </a:r>
          </a:p>
          <a:p/>
          <a:p>
            <a:r>
              <a:t>Whether it has an explicit reasoning mode — a setting that makes it work through harder</a:t>
            </a:r>
          </a:p>
          <a:p>
            <a:r>
              <a:t>problems more slowly and more carefully.</a:t>
            </a:r>
          </a:p>
          <a:p/>
          <a:p>
            <a:r>
              <a:t>And cost, rate limits, and what the free tier actually allows.</a:t>
            </a:r>
          </a:p>
          <a:p/>
          <a:p>
            <a:r>
              <a:t>For this course, read the bold line: any current free assistant is sufficient. Do not pay</a:t>
            </a:r>
          </a:p>
          <a:p>
            <a:r>
              <a:t>for anything. If a week's activity seems to need a paid feature, I've made a mistake and I</a:t>
            </a:r>
          </a:p>
          <a:p>
            <a:r>
              <a:t>want to hear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 to leave with.</a:t>
            </a:r>
          </a:p>
          <a:p/>
          <a:p>
            <a:r>
              <a:t>Text becomes tokens, tokens become numbers, and the model predicts one piece at a time,</a:t>
            </a:r>
          </a:p>
          <a:p>
            <a:r>
              <a:t>repeatedly, without ever planning ahead.</a:t>
            </a:r>
          </a:p>
          <a:p/>
          <a:p>
            <a:r>
              <a:t>Turkish fragments more than English. More tokens, more cost, thinner coverage. That affects</a:t>
            </a:r>
          </a:p>
          <a:p>
            <a:r>
              <a:t>you specifically, and it's a reason to be more careful with Turkish-language questions, not</a:t>
            </a:r>
          </a:p>
          <a:p>
            <a:r>
              <a:t>less.</a:t>
            </a:r>
          </a:p>
          <a:p/>
          <a:p>
            <a:r>
              <a:t>There is no step where the system checks whether what it says is true. If you remember one</a:t>
            </a:r>
          </a:p>
          <a:p>
            <a:r>
              <a:t>sentence from today, that's it.</a:t>
            </a:r>
          </a:p>
          <a:p/>
          <a:p>
            <a:r>
              <a:t>Hallucination is therefore not a malfunction. It's the design working normally, in a region</a:t>
            </a:r>
          </a:p>
          <a:p>
            <a:r>
              <a:t>where plausible and true have come apart. Which is why it can't simply be patched out, and</a:t>
            </a:r>
          </a:p>
          <a:p>
            <a:r>
              <a:t>why the response has to be procedural — check things — rather than hopeful.</a:t>
            </a:r>
          </a:p>
          <a:p/>
          <a:p>
            <a:r>
              <a:t>And context is finite, and overflowing it fails quietly.</a:t>
            </a:r>
          </a:p>
          <a:p/>
          <a:p>
            <a:r>
              <a:t>Next week, principles of effective prompting. What actually improves results, and what only</a:t>
            </a:r>
          </a:p>
          <a:p>
            <a:r>
              <a:t>appears to — because there's a good deal of folklore in circulation, and you now know</a:t>
            </a:r>
          </a:p>
          <a:p>
            <a:r>
              <a:t>enough mechanism to tell the difference.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 for this week:</a:t>
            </a:r>
          </a:p>
          <a:p/>
          <a:p>
            <a:r>
              <a:t>"If it doesn't check truth, how is it right so often?" — Because the text it learned from</a:t>
            </a:r>
          </a:p>
          <a:p>
            <a:r>
              <a:t>was mostly written by people trying to be accurate. Plausible and true correlate strongly.</a:t>
            </a:r>
          </a:p>
          <a:p>
            <a:r>
              <a:t>The course is about the cases where they don't.</a:t>
            </a:r>
          </a:p>
          <a:p/>
          <a:p>
            <a:r>
              <a:t>"Will hallucination be fixed?" — Reduced, yes, and it has been. Eliminated by better</a:t>
            </a:r>
          </a:p>
          <a:p>
            <a:r>
              <a:t>prediction alone, no — there's no truth signal in the objective. The practical fixes are</a:t>
            </a:r>
          </a:p>
          <a:p>
            <a:r>
              <a:t>external: give it sources, check the output. Weeks seven and eight.</a:t>
            </a:r>
          </a:p>
          <a:p/>
          <a:p>
            <a:r>
              <a:t>"Should I write prompts in English instead of Turkish?" — Often it does perform better, for</a:t>
            </a:r>
          </a:p>
          <a:p>
            <a:r>
              <a:t>the reasons we covered. But if the subject is Turkish law or Turkish practice, the language</a:t>
            </a:r>
          </a:p>
          <a:p>
            <a:r>
              <a:t>isn't the real problem — coverage is. Switching to English won't give it Turkish knowledge</a:t>
            </a:r>
          </a:p>
          <a:p>
            <a:r>
              <a:t>it never had.</a:t>
            </a:r>
          </a:p>
          <a:p/>
          <a:p>
            <a:r>
              <a:t>"Is temperature something I can control?" — In the consumer chat tools, usually not</a:t>
            </a:r>
          </a:p>
          <a:p>
            <a:r>
              <a:t>directly. It matters more when using these through an interface that exposes settings. Know</a:t>
            </a:r>
          </a:p>
          <a:p>
            <a:r>
              <a:t>the concept; don't worry about the dial.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How Large Language Models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Tokens, context windows, and why hallucination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Tokens — how text becomes something a machine can work with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Why Turkish costs more than English, and what that means for you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Prediction — the single operation underneath everything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context window — what the model can see, and what happens when it fills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hallucination happens — the actual mechanism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Activity: Break the Tokenizer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differs between model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From Text to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Actually Happens When You Press 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1820204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1491020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Your text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"Explain photosynthesis simply."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0596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2377440"/>
            <a:ext cx="1820204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46084" y="2560320"/>
            <a:ext cx="1491020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Tokens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Split into pieces: [Explain][ photo][synthesis][ simply][.]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7484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85745" y="2377440"/>
            <a:ext cx="1820204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0337" y="2560320"/>
            <a:ext cx="1491020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Numbers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Each piece becomes a number, then a long list of numbers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7910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9997" y="2377440"/>
            <a:ext cx="1820204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4589" y="2560320"/>
            <a:ext cx="1491020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Prediction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model produces a probability for every possible next piece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83354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94250" y="2377440"/>
            <a:ext cx="1820204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8842" y="2560320"/>
            <a:ext cx="1491020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Text back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One piece is chosen, appended, and the whole thing repeats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Every response you have ever received was built one piece at a time, by repeating the last two steps.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Tokens Are Not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token might be a whole word, part of a word, a single character, or punctuation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Common words are usually one token: "the", "hospital", "patient"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Rarer words get broken up: "tokenization" might become "token" + "ization"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space is usually attached to the word that follows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break words at all? So the system is never stuck.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fixed list of whole words fails the moment it meets a word it has never seen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With pieces, any word can be assembled — like building from a limited set of 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Turkish Costs More Than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Tokenizers are trained mostly on English text, so English words tend to be single tokens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Agglutinative languages build long words from many suffixes — exactly what gets fragmented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Turkish word can become four, five, six tokens where the English equivalent is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Three practical consequences, and they are not small: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same document in Turkish fills the context window faster than in English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Where usage is metered or limited, Turkish costs more for the same content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Performance is often measurably weaker, because there is far less Turkish training text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Verify this yourself with any online tokenizer — paste the same sentence in both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Things Tokens Explain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Bad at counting letters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Ask how many times a letter appears in a word and it may get it wrong. It never saw letters — it saw chunks. You are asking about something it cannot directly perceive.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Odd with spelling and rhyme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Reversing a word, spelling it out, or finding rhymes are all letter-level tasks performed by a system that operates on pieces, not characters.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Length limits feel arbitrary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Limits are counted in tokens, not words or characters. That is why "about 500 words" behaves inconsistently, and why the limit differs by language.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One Operation, Repeated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Given everything so far, produce a probability for every possible next token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"The capital of France is ___"  →  "Paris" gets a very high probability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"My favourite colour is ___"  →  probability spread across many plausible options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model does not know which of those two situations it is in.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performs the same operation either way, with the same apparent confidence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near-certain answer and a wild guess come out looking identical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Prediction Looks Like 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To predict text well across an enormous range of material, you need internal structure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Predicting the next word in a medical case note requires something functioning like medical knowledge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Predicting the end of a logical argument requires something functioning like reasoning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So the capability is real, even though the mechanism is prediction.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Do not conclude "it's just autocomplete, so it's useless" — that is as wrong as over-trusting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Whether this constitutes understanding is genuinely disputed. You do not need to settle it to use these tools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the Same Question Gives Different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Having produced probabilities, the system must choose one token — and it usually does not simply take the highest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Always choosing the most likely token produces repetitive, flat, oddly lifeless text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So there is deliberate randomness in the selection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Often exposed as a setting called "temperature":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Lower — more predictable, more repetitive. Better for extraction and structured output.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Higher — more varied, more surprising. Better for brainstorming and drafting.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Consequence: asking twice and getting the same answer is not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Context Window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Is in the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context window is the total amount of text the model can consider at once — measured in tokens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holds more than you think: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Hidden instructions the product adds before your message ever arrives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Everything either of you has said so far in this conversation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Any documents or images you attached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response currently being generated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All of it competes for the same finite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Happens When It Fills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Windows are large now, but they are not infinite — and behaviour at the edge is what matters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Some tools refuse the input outright. That is the good case: you know something went wrong.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Others silently drop or summarise the earlier part of the conversation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Others accept a long document but attend to it unevenly, favouring the beginning and end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failure is quiet. You get a confident answer based on part of your document, and no warning.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is the single most common reason "I gave it the whole report and it missed something obvious."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Why Hallucination Happens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There is no step at which the system checks whether what it is saying is true.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Not a weak check. No check. Truth is not part of the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Situations Where It Reliably Breaks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Thin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Topics with little training text: local law, minority languages, niche procedures, recent events. The pattern is weak, so plausible-sounding filler wins. This is why Turkish-specific questions are higher risk than English 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Specific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Citations, numbers, dates, names, references. These are exactly the things that cannot be inferred from surrounding text — they must be recalled. The format is easy to imitate; the content is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Confident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If you ask a question that presupposes something false, the likely continuation accepts the premise. "Explain why X causes Y" produces an explanation whether or not X causes 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It Doesn't Just Say "I Don't Know"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"I don't know" is itself just a sequence of tokens — it competes with every other continuation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 most training text, a question is followed by an answer, not by an admission of ignorance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So "I don't know" is usually a low-probability continuation, even when it is the correct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Fine-tuning pushes models to hedge more, and it genuinely helps — but it is a tendency, not a guarantee.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can raise the odds: "If the answer is not in the sources provided, say so and stop."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works better when there are actual sources to check against — which is Week 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Activity: Break the Tokenizer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Break the Tokenizer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Open any online tokenizer.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Search "tokenizer" — several are free, browser-based, no account required.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Paste the same sentence in English and in Turkish. Compare the token counts.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Try a long agglutinated Turkish word on its own and watch it shatter.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Try your own name, a place name, and a technical term from your field.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Which stay whole? Which break apart? Why might that be?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Then ask an assistant to count the letters in a long word.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Check its answer by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You Should Have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Turkish takes more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same meaning, expressed in Turkish, typically costs noticeably more tokens than in English. Long agglutinated words fragment heavily — each suffix tends to become its own 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Familiarity predicts wholeness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Common names and common terms survive as single tokens. Rare names, local place names and specialist vocabulary fragment. Whether a string stayed whole tells you how often it appeared in training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Letter counting is unreliable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Because the system never saw letters. If it got it right, it likely reasoned about it explicitly rather than perceiving it — try a longer or more unusual word and it becomes fragile again.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What Differs Between Models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Choosing Without Chasing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New models are released constantly. The useful move is to know which axes matter, not which name is current.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axes worth checking: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Context window — how much can it hold at once?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Knowledge cut-off — how recent is what it knows?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Whether it can search or read documents you give it, rather than working from memory alone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Whether it has an explicit reasoning mode for harder problems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Cost, rate limits, and what the free tier actually allows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 this course, any current free assistant is sufficient. Do not pay for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Text becomes tokens; tokens become numbers; the model predicts one piece at a time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Turkish fragments more than English — more tokens, more cost, thinner coverage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There is no step where the system checks whether what it says is true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Hallucination is that design working normally where plausible and true come apart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Context is finite, and overflowing it fails quietly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Principles of Effective Prompting — what actually improves results, and what only appears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
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</a:t>
            </a:r>
          </a:p>
          <a:p/>
          <a:p>
            <a:r>
              <a:t>Last week you tested a system and, for most of you, watched it answer a question it could not</a:t>
            </a:r>
          </a:p>
          <a:p>
            <a:r>
              <a:t>possibly answer. You saw every one of those answers, because you asked each question yourself</a:t>
            </a:r>
          </a:p>
          <a:p>
            <a:r>
              <a:t>and read each response.</a:t>
            </a:r>
          </a:p>
          <a:p/>
          <a:p>
            <a:r>
              <a:t>Today we remove you from the loop.</a:t>
            </a:r>
          </a:p>
          <a:p/>
          <a:p>
            <a:r>
              <a:t>An agent is a system that takes several steps on its own — it decides what to do next, does it,</a:t>
            </a:r>
          </a:p>
          <a:p>
            <a:r>
              <a:t>looks at the result, and continues. Nobody reads the intermediate steps. That is the entire</a:t>
            </a:r>
          </a:p>
          <a:p>
            <a:r>
              <a:t>appeal, and it is the entire danger, and today is mostly about making sure you can hold both</a:t>
            </a:r>
          </a:p>
          <a:p>
            <a:r>
              <a:t>of those at once.</a:t>
            </a:r>
          </a:p>
          <a:p/>
          <a:p>
            <a:r>
              <a:t>I'll show you one working. We'll do the arithmetic on why they fail, which is genuinely</a:t>
            </a:r>
          </a:p>
          <a:p>
            <a:r>
              <a:t>surprising the first time you see it. And then you'll build a small one — deliberately small,</a:t>
            </a:r>
          </a:p>
          <a:p>
            <a:r>
              <a:t>capped at three steps, because I want you to be able to see every step while learning what</a:t>
            </a:r>
          </a:p>
          <a:p>
            <a:r>
              <a:t>happens when you can't.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we're going.</a:t>
            </a:r>
          </a:p>
          <a:p/>
          <a:p>
            <a:r>
              <a:t>First, what actually makes something an agent rather than a chatbot. The word is used loosely</a:t>
            </a:r>
          </a:p>
          <a:p>
            <a:r>
              <a:t>and the distinction is real.</a:t>
            </a:r>
          </a:p>
          <a:p/>
          <a:p>
            <a:r>
              <a:t>Then three ideas that define how agents behave: planning, tool use, and termination. The third</a:t>
            </a:r>
          </a:p>
          <a:p>
            <a:r>
              <a:t>one is the interesting one and nobody talks about it.</a:t>
            </a:r>
          </a:p>
          <a:p/>
          <a:p>
            <a:r>
              <a:t>Then a demonstration — a three-step automation working, and then the same one failing, which is</a:t>
            </a:r>
          </a:p>
          <a:p>
            <a:r>
              <a:t>more instructive.</a:t>
            </a:r>
          </a:p>
          <a:p/>
          <a:p>
            <a:r>
              <a:t>Then the arithmetic of compounding error. This is a slide with numbers on it and it will change</a:t>
            </a:r>
          </a:p>
          <a:p>
            <a:r>
              <a:t>how you think about multi-step systems.</a:t>
            </a:r>
          </a:p>
          <a:p/>
          <a:p>
            <a:r>
              <a:t>Then when an agent is the wrong answer. This matters, because the enthusiasm for automating</a:t>
            </a:r>
          </a:p>
          <a:p>
            <a:r>
              <a:t>things runs well ahead of the evidence that it helps.</a:t>
            </a:r>
          </a:p>
          <a:p/>
          <a:p>
            <a:r>
              <a:t>Then you build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The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boxes, and the third is the one that matters.</a:t>
            </a:r>
          </a:p>
          <a:p/>
          <a:p>
            <a:r>
              <a:t>A chatbot answers. You ask, it responds, you read, you decide what happens next. One step. And</a:t>
            </a:r>
          </a:p>
          <a:p>
            <a:r>
              <a:t>notice — you are in the loop every single time, whether you intended to be or not. Every</a:t>
            </a:r>
          </a:p>
          <a:p>
            <a:r>
              <a:t>response passes through your eyes.</a:t>
            </a:r>
          </a:p>
          <a:p/>
          <a:p>
            <a:r>
              <a:t>An agent acts. It decides what to do, does it, looks at the result, and decides again. Several</a:t>
            </a:r>
          </a:p>
          <a:p>
            <a:r>
              <a:t>steps, and you see the beginning and the end.</a:t>
            </a:r>
          </a:p>
          <a:p/>
          <a:p>
            <a:r>
              <a:t>And the third box: what you lose. The intermediate steps. And more precisely — every check you</a:t>
            </a:r>
          </a:p>
          <a:p>
            <a:r>
              <a:t>were performing without noticing.</a:t>
            </a:r>
          </a:p>
          <a:p/>
          <a:p>
            <a:r>
              <a:t>That's the part I want you to sit with. When you use a chatbot, you are running a quality</a:t>
            </a:r>
          </a:p>
          <a:p>
            <a:r>
              <a:t>check on every single output, unconsciously and for free. You glance at it and something in</a:t>
            </a:r>
          </a:p>
          <a:p>
            <a:r>
              <a:t>you says "hm, that's not right." You reword, you push back, you correct.</a:t>
            </a:r>
          </a:p>
          <a:p/>
          <a:p>
            <a:r>
              <a:t>When you build an agent, you delete all of that, and you generally don't notice you've deleted</a:t>
            </a:r>
          </a:p>
          <a:p>
            <a:r>
              <a:t>it, because it never felt like work.</a:t>
            </a:r>
          </a:p>
          <a:p/>
          <a:p>
            <a:r>
              <a:t>That's the trade. Speed and scale in exchange for the free quality control you didn't know you</a:t>
            </a:r>
          </a:p>
          <a:p>
            <a:r>
              <a:t>were providing.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loop. Four boxes, and it cycles.</a:t>
            </a:r>
          </a:p>
          <a:p/>
          <a:p>
            <a:r>
              <a:t>You state a goal — an outcome rather than a single instruction. "Summarise every email from</a:t>
            </a:r>
          </a:p>
          <a:p>
            <a:r>
              <a:t>this week and flag anything needing a reply," rather than "summarise this email."</a:t>
            </a:r>
          </a:p>
          <a:p/>
          <a:p>
            <a:r>
              <a:t>It plans: decides what steps are needed, often revising as it goes.</a:t>
            </a:r>
          </a:p>
          <a:p/>
          <a:p>
            <a:r>
              <a:t>It acts: uses a tool. Searches, reads a file, sends something, calls a service.</a:t>
            </a:r>
          </a:p>
          <a:p/>
          <a:p>
            <a:r>
              <a:t>It observes: reads the result, and decides whether to continue or stop.</a:t>
            </a:r>
          </a:p>
          <a:p/>
          <a:p>
            <a:r>
              <a:t>And then it loops.</a:t>
            </a:r>
          </a:p>
          <a:p/>
          <a:p>
            <a:r>
              <a:t>Read the caption, because it names the problem that gets the least attention. The loop repeats</a:t>
            </a:r>
          </a:p>
          <a:p>
            <a:r>
              <a:t>until it decides it's done — and that is a decision it is not especially good at making.</a:t>
            </a:r>
          </a:p>
          <a:p/>
          <a:p>
            <a:r>
              <a:t>Think about why, using week three. "Am I finished?" is not a fact to look up. There's no</a:t>
            </a:r>
          </a:p>
          <a:p>
            <a:r>
              <a:t>passage to retrieve. It's a judgment about whether the work matches an intention that lives in</a:t>
            </a:r>
          </a:p>
          <a:p>
            <a:r>
              <a:t>your head, not in the context. So it gets predicted like everything else, from what completion</a:t>
            </a:r>
          </a:p>
          <a:p>
            <a:r>
              <a:t>usually looks like in text.</a:t>
            </a:r>
          </a:p>
          <a:p/>
          <a:p>
            <a:r>
              <a:t>Which means agents stop too early — declaring success on partial work — and they also fail to</a:t>
            </a:r>
          </a:p>
          <a:p>
            <a:r>
              <a:t>stop, going round and round elaborating. Both are common.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 use, and there's a common misconception to clear up.</a:t>
            </a:r>
          </a:p>
          <a:p/>
          <a:p>
            <a:r>
              <a:t>The model does not run anything itself. It produces a request, and something else runs it. It</a:t>
            </a:r>
          </a:p>
          <a:p>
            <a:r>
              <a:t>writes "search for X" or "read file Y" or "send message Z," and the surrounding system performs</a:t>
            </a:r>
          </a:p>
          <a:p>
            <a:r>
              <a:t>that action and hands the result back as text.</a:t>
            </a:r>
          </a:p>
          <a:p/>
          <a:p>
            <a:r>
              <a:t>Two consequences, and the second one is the reason week twelve exists.</a:t>
            </a:r>
          </a:p>
          <a:p/>
          <a:p>
            <a:r>
              <a:t>Whatever the tool returns enters the context and is treated as information. A web page, a</a:t>
            </a:r>
          </a:p>
          <a:p>
            <a:r>
              <a:t>document, an email — it all arrives as text in the window, sitting right next to your</a:t>
            </a:r>
          </a:p>
          <a:p>
            <a:r>
              <a:t>instructions.</a:t>
            </a:r>
          </a:p>
          <a:p/>
          <a:p>
            <a:r>
              <a:t>And if that content contains instructions, they arrive alongside yours. The model sees one</a:t>
            </a:r>
          </a:p>
          <a:p>
            <a:r>
              <a:t>stream of text. It does not have a reliable way to know that this part came from you and that</a:t>
            </a:r>
          </a:p>
          <a:p>
            <a:r>
              <a:t>part came from a web page it just fetched.</a:t>
            </a:r>
          </a:p>
          <a:p/>
          <a:p>
            <a:r>
              <a:t>Hold that thought for three weeks. It's the entire basis of indirect prompt injection, and once</a:t>
            </a:r>
          </a:p>
          <a:p>
            <a:r>
              <a:t>you've seen the mechanism you'll find it obvious rather than surprising.</a:t>
            </a:r>
          </a:p>
          <a:p/>
          <a:p>
            <a:r>
              <a:t>And the last line, which is the practical safety rule: an agent's power is exactly the set of</a:t>
            </a:r>
          </a:p>
          <a:p>
            <a:r>
              <a:t>tools you connected. Nothing more, nothing less. If you didn't give it the ability to send</a:t>
            </a:r>
          </a:p>
          <a:p>
            <a:r>
              <a:t>email, it cannot send email, no matter what it decides. Choose the tools narrowly.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The arithmetic, which is genuinely surprising.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arithmetic. Do this slowly, because it's the most useful slide in the session.</a:t>
            </a:r>
          </a:p>
          <a:p/>
          <a:p>
            <a:r>
              <a:t>Suppose each step is ninety-five percent reliable. That sounds good. In most contexts that</a:t>
            </a:r>
          </a:p>
          <a:p>
            <a:r>
              <a:t>would be excellent.</a:t>
            </a:r>
          </a:p>
          <a:p/>
          <a:p>
            <a:r>
              <a:t>Three steps: ninety-five percent, three times over. About eighty-six percent end to end.</a:t>
            </a:r>
          </a:p>
          <a:p/>
          <a:p>
            <a:r>
              <a:t>Five steps: seventy-seven percent.</a:t>
            </a:r>
          </a:p>
          <a:p/>
          <a:p>
            <a:r>
              <a:t>Ten steps: sixty percent.</a:t>
            </a:r>
          </a:p>
          <a:p/>
          <a:p>
            <a:r>
              <a:t>Twenty steps: thirty-six percent.</a:t>
            </a:r>
          </a:p>
          <a:p/>
          <a:p>
            <a:r>
              <a:t>Read that last number again. Every individual component is ninety-five percent reliable, and</a:t>
            </a:r>
          </a:p>
          <a:p>
            <a:r>
              <a:t>the system as a whole fails about two times in three.</a:t>
            </a:r>
          </a:p>
          <a:p/>
          <a:p>
            <a:r>
              <a:t>The bold line: a system where every part is excellent can be a system that mostly fails. That's</a:t>
            </a:r>
          </a:p>
          <a:p>
            <a:r>
              <a:t>not a paradox — it's just multiplication — but it is genuinely counterintuitive, and it's why</a:t>
            </a:r>
          </a:p>
          <a:p>
            <a:r>
              <a:t>enthusiasm for long agent chains keeps running ahead of results.</a:t>
            </a:r>
          </a:p>
          <a:p/>
          <a:p>
            <a:r>
              <a:t>And the last line makes it worse. This isn't independent random error that averages out. Each</a:t>
            </a:r>
          </a:p>
          <a:p>
            <a:r>
              <a:t>step consumes the previous step's output. So an early mistake is inherited by everything</a:t>
            </a:r>
          </a:p>
          <a:p>
            <a:r>
              <a:t>downstream. Step two doesn't just have its own five percent chance of error — it's doing its</a:t>
            </a:r>
          </a:p>
          <a:p>
            <a:r>
              <a:t>work on possibly-wrong input.</a:t>
            </a:r>
          </a:p>
          <a:p/>
          <a:p>
            <a:r>
              <a:t>That's why the practical rule is: keep chains short. Three steps. Not because three is magic,</a:t>
            </a:r>
          </a:p>
          <a:p>
            <a:r>
              <a:t>but because eighty-six percent is recoverable and thirty-six percent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failure modes.</a:t>
            </a:r>
          </a:p>
          <a:p/>
          <a:p>
            <a:r>
              <a:t>Silent failure. A step produces something wrong but plausible. Nothing errors — there's no</a:t>
            </a:r>
          </a:p>
          <a:p>
            <a:r>
              <a:t>exception, no red text, no alert. The chain continues confidently on bad input and produces a</a:t>
            </a:r>
          </a:p>
          <a:p>
            <a:r>
              <a:t>complete, well-formatted, wrong result. This is the characteristic agent failure and it's the</a:t>
            </a:r>
          </a:p>
          <a:p>
            <a:r>
              <a:t>one to be most afraid of, because everything about the output says success.</a:t>
            </a:r>
          </a:p>
          <a:p/>
          <a:p>
            <a:r>
              <a:t>Wrong stopping point, in both directions. It decides it's finished when it isn't — you get a</a:t>
            </a:r>
          </a:p>
          <a:p>
            <a:r>
              <a:t>partial answer presented as a complete one, which is worse than an obvious failure. Or it never</a:t>
            </a:r>
          </a:p>
          <a:p>
            <a:r>
              <a:t>decides it's finished and loops, elaborating, refining, going round again.</a:t>
            </a:r>
          </a:p>
          <a:p/>
          <a:p>
            <a:r>
              <a:t>And cost and volume. Each step costs something. A loop that doesn't terminate costs repeatedly.</a:t>
            </a:r>
          </a:p>
          <a:p>
            <a:r>
              <a:t>And this is the one that produces the horror stories: an agent that *acts* — sending, posting,</a:t>
            </a:r>
          </a:p>
          <a:p>
            <a:r>
              <a:t>writing, deleting — can do the wrong thing many times before a human notices.</a:t>
            </a:r>
          </a:p>
          <a:p/>
          <a:p>
            <a:r>
              <a:t>Notice that all three are the same underlying issue. You removed the human who was checking,</a:t>
            </a:r>
          </a:p>
          <a:p>
            <a:r>
              <a:t>and the system has no equivalent check of its own, because — week three — there is no step at</a:t>
            </a:r>
          </a:p>
          <a:p>
            <a:r>
              <a:t>which it verifies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design rules. These are the professional practice.</a:t>
            </a:r>
          </a:p>
          <a:p/>
          <a:p>
            <a:r>
              <a:t>Keep the chain short. Three steps is usually enough to be useful and short enough to inspect.</a:t>
            </a:r>
          </a:p>
          <a:p>
            <a:r>
              <a:t>Resist adding a fourth — and notice from the arithmetic that each additional step costs you</a:t>
            </a:r>
          </a:p>
          <a:p>
            <a:r>
              <a:t>more than the last.</a:t>
            </a:r>
          </a:p>
          <a:p/>
          <a:p>
            <a:r>
              <a:t>Make every step inspectable. Have it write down what it did at each stage. If you can't see the</a:t>
            </a:r>
          </a:p>
          <a:p>
            <a:r>
              <a:t>middle, you can't debug the end — you'll know the output is wrong and have no idea which step</a:t>
            </a:r>
          </a:p>
          <a:p>
            <a:r>
              <a:t>broke.</a:t>
            </a:r>
          </a:p>
          <a:p/>
          <a:p>
            <a:r>
              <a:t>Put the human before anything irreversible. This is the line that keeps you out of trouble.</a:t>
            </a:r>
          </a:p>
          <a:p>
            <a:r>
              <a:t>Drafting, sorting, summarising, flagging — automate all of it. Sending, posting, deleting,</a:t>
            </a:r>
          </a:p>
          <a:p>
            <a:r>
              <a:t>paying — approve first. The asymmetry is simple: if a draft is wrong you fix it; if a message</a:t>
            </a:r>
          </a:p>
          <a:p>
            <a:r>
              <a:t>is sent you can't unsend it.</a:t>
            </a:r>
          </a:p>
          <a:p/>
          <a:p>
            <a:r>
              <a:t>And give it the narrowest tools that do the job. It cannot misuse a capability it doesn't have.</a:t>
            </a:r>
          </a:p>
          <a:p>
            <a:r>
              <a:t>This is the single most reliable control available to you, because it doesn't depend on the</a:t>
            </a:r>
          </a:p>
          <a:p>
            <a:r>
              <a:t>system behaving well. Everything else is a request. This is a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here's the slide that will save you the most time.</a:t>
            </a:r>
          </a:p>
          <a:p/>
          <a:p>
            <a:r>
              <a:t>Most tasks people want to automate are better served by one good prompt.</a:t>
            </a:r>
          </a:p>
          <a:p/>
          <a:p>
            <a:r>
              <a:t>There's real enthusiasm for building agents at the moment, and a lot of it produces fragile</a:t>
            </a:r>
          </a:p>
          <a:p>
            <a:r>
              <a:t>systems that do badly what a single well-specified request did well.</a:t>
            </a:r>
          </a:p>
          <a:p/>
          <a:p>
            <a:r>
              <a:t>Ask two questions before building anything multi-step.</a:t>
            </a:r>
          </a:p>
          <a:p/>
          <a:p>
            <a:r>
              <a:t>Is this genuinely repetitive? Not "could it happen again" — do you actually do it many times?</a:t>
            </a:r>
          </a:p>
          <a:p>
            <a:r>
              <a:t>If you do it twice a year, automating it costs more than doing it.</a:t>
            </a:r>
          </a:p>
          <a:p/>
          <a:p>
            <a:r>
              <a:t>And what does a mistake cost? If a mistake is embarrassing, expensive, or reaches a patient or</a:t>
            </a:r>
          </a:p>
          <a:p>
            <a:r>
              <a:t>client, then removing the human is the wrong direction, and the answer is a good prompt plus</a:t>
            </a:r>
          </a:p>
          <a:p>
            <a:r>
              <a:t>your judgment.</a:t>
            </a:r>
          </a:p>
          <a:p/>
          <a:p>
            <a:r>
              <a:t>The honest summary: automation is worth it when the task is genuinely repetitive and the cost</a:t>
            </a:r>
          </a:p>
          <a:p>
            <a:r>
              <a:t>of a mistake is low. That's a narrower set of situations than the enthusiasm suggests, and</a:t>
            </a:r>
          </a:p>
          <a:p>
            <a:r>
              <a:t>knowing that is a professional skill.</a:t>
            </a:r>
          </a:p>
          <a:p/>
          <a:p>
            <a:r>
              <a:t>Now — with all of that said, let's build one, because the narrow set is real and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Twenty minutes, three steps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 minutes. Three steps maximum — if you find yourself wanting a fourth, cut something.</a:t>
            </a:r>
          </a:p>
          <a:p/>
          <a:p>
            <a:r>
              <a:t>One. Pick a repetitive task with three natural stages. Intake, process, format. Read, extract,</a:t>
            </a:r>
          </a:p>
          <a:p>
            <a:r>
              <a:t>summarise. Collect, classify, route. Some examples: incoming enquiries sorted by urgency and</a:t>
            </a:r>
          </a:p>
          <a:p>
            <a:r>
              <a:t>drafted a reply. A set of references checked for format and flagged. Student feedback grouped</a:t>
            </a:r>
          </a:p>
          <a:p>
            <a:r>
              <a:t>into themes.</a:t>
            </a:r>
          </a:p>
          <a:p/>
          <a:p>
            <a:r>
              <a:t>Two. Write each step as a separate instruction with its own input and output. And notice the</a:t>
            </a:r>
          </a:p>
          <a:p>
            <a:r>
              <a:t>sub-point, because it's a design principle worth having: step two shouldn't need to know how</a:t>
            </a:r>
          </a:p>
          <a:p>
            <a:r>
              <a:t>step one did its job, only what it produced. Clean handoffs make failures locatable.</a:t>
            </a:r>
          </a:p>
          <a:p/>
          <a:p>
            <a:r>
              <a:t>Three, and this is the actual exercise: run it, then deliberately give step one bad input and</a:t>
            </a:r>
          </a:p>
          <a:p>
            <a:r>
              <a:t>watch what step three produces. Feed it something incomplete, or wrong, or empty. Note whether</a:t>
            </a:r>
          </a:p>
          <a:p>
            <a:r>
              <a:t>anything anywhere signalled a problem.</a:t>
            </a:r>
          </a:p>
          <a:p/>
          <a:p>
            <a:r>
              <a:t>It usually won't. That's silent failure, and you'll have produced it yourself.</a:t>
            </a:r>
          </a:p>
          <a:p/>
          <a:p>
            <a:r>
              <a:t>Four. Write one sentence: where would you put the human?</a:t>
            </a:r>
          </a:p>
          <a:p/>
          <a:p>
            <a:r>
              <a:t>[If nobody is building, run the provided three-step chain on screen — first clean, then with</a:t>
            </a:r>
          </a:p>
          <a:p>
            <a:r>
              <a:t>corrupted input at step one. The second run is the lesson.]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typically happens.</a:t>
            </a:r>
          </a:p>
          <a:p/>
          <a:p>
            <a:r>
              <a:t>It worked on clean input, and it felt genuinely impressive. Three steps running by themselves</a:t>
            </a:r>
          </a:p>
          <a:p>
            <a:r>
              <a:t>is a good feeling and I don't want to take that away.</a:t>
            </a:r>
          </a:p>
          <a:p/>
          <a:p>
            <a:r>
              <a:t>Then with bad input at step one, step three still produced a confident, well-formatted result.</a:t>
            </a:r>
          </a:p>
          <a:p/>
          <a:p>
            <a:r>
              <a:t>Nothing anywhere said "something is wrong." No error, no warning, no hedge.</a:t>
            </a:r>
          </a:p>
          <a:p/>
          <a:p>
            <a:r>
              <a:t>And — this is the part to notice — the output looked exactly as good as the correct one. Same</a:t>
            </a:r>
          </a:p>
          <a:p>
            <a:r>
              <a:t>formatting, same confidence, same completeness. If I showed you both without telling you which</a:t>
            </a:r>
          </a:p>
          <a:p>
            <a:r>
              <a:t>was which, you could not pick.</a:t>
            </a:r>
          </a:p>
          <a:p/>
          <a:p>
            <a:r>
              <a:t>That's silent failure. And you just built it deliberately, which means you now know what it</a:t>
            </a:r>
          </a:p>
          <a:p>
            <a:r>
              <a:t>looks like from the inside.</a:t>
            </a:r>
          </a:p>
          <a:p/>
          <a:p>
            <a:r>
              <a:t>The last line is the practical conclusion. In real use, you wouldn't have known. There was no</a:t>
            </a:r>
          </a:p>
          <a:p>
            <a:r>
              <a:t>signal available to you. Which is exactly why the human goes before anything irreversible — not</a:t>
            </a:r>
          </a:p>
          <a:p>
            <a:r>
              <a:t>because the system is bad, but because the system has no way to tell you when it's wrong, and</a:t>
            </a:r>
          </a:p>
          <a:p>
            <a:r>
              <a:t>you have no way to tell from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examinable. Five items.</a:t>
            </a:r>
          </a:p>
          <a:p/>
          <a:p>
            <a:r>
              <a:t>Agent versus chatbot, and specifically what you lose — the unconscious checking.</a:t>
            </a:r>
          </a:p>
          <a:p/>
          <a:p>
            <a:r>
              <a:t>The loop, and that termination is a judgment it makes poorly. Be ready to explain why: "am I</a:t>
            </a:r>
          </a:p>
          <a:p>
            <a:r>
              <a:t>finished?" isn't a fact to retrieve.</a:t>
            </a:r>
          </a:p>
          <a:p/>
          <a:p>
            <a:r>
              <a:t>Tool use: the model requests, the system performs, the result comes back into the context as</a:t>
            </a:r>
          </a:p>
          <a:p>
            <a:r>
              <a:t>text. That last part sets up week twelve, and I may examine the connection.</a:t>
            </a:r>
          </a:p>
          <a:p/>
          <a:p>
            <a:r>
              <a:t>Compounding error, with the numbers. You should be able to do this calculation. Ninety-five</a:t>
            </a:r>
          </a:p>
          <a:p>
            <a:r>
              <a:t>percent over ten steps is about sixty. And you should be able to say why it's worse than</a:t>
            </a:r>
          </a:p>
          <a:p>
            <a:r>
              <a:t>independent error — because steps inherit each other's output.</a:t>
            </a:r>
          </a:p>
          <a:p/>
          <a:p>
            <a:r>
              <a:t>And the three failures plus the four design rules. A likely exam question gives you a described</a:t>
            </a:r>
          </a:p>
          <a:p>
            <a:r>
              <a:t>workflow and asks which design rule it violates.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things.</a:t>
            </a:r>
          </a:p>
          <a:p/>
          <a:p>
            <a:r>
              <a:t>An agent acts across several steps, and what you lose is the checking you were doing for free</a:t>
            </a:r>
          </a:p>
          <a:p>
            <a:r>
              <a:t>without noticing.</a:t>
            </a:r>
          </a:p>
          <a:p/>
          <a:p>
            <a:r>
              <a:t>Ninety-five percent per step is about sixty percent over ten steps, and errors are inherited</a:t>
            </a:r>
          </a:p>
          <a:p>
            <a:r>
              <a:t>rather than averaged. If you remember one number this semester, make it that one.</a:t>
            </a:r>
          </a:p>
          <a:p/>
          <a:p>
            <a:r>
              <a:t>Silent failure is the characteristic agent problem. Wrong input, confident output, no signal</a:t>
            </a:r>
          </a:p>
          <a:p>
            <a:r>
              <a:t>anywhere.</a:t>
            </a:r>
          </a:p>
          <a:p/>
          <a:p>
            <a:r>
              <a:t>Four design rules: short chains, inspectable steps, human before anything irreversible,</a:t>
            </a:r>
          </a:p>
          <a:p>
            <a:r>
              <a:t>narrowest tools.</a:t>
            </a:r>
          </a:p>
          <a:p/>
          <a:p>
            <a:r>
              <a:t>And most tasks are better served by one good prompt. Knowing when not to build something is a</a:t>
            </a:r>
          </a:p>
          <a:p>
            <a:r>
              <a:t>real skill and it will save you more time than any technique in this course.</a:t>
            </a:r>
          </a:p>
          <a:p/>
          <a:p>
            <a:r>
              <a:t>Next week you put it all together — you design something end to end for your own field. Bring</a:t>
            </a:r>
          </a:p>
          <a:p>
            <a:r>
              <a:t>a real problem from your own work. That session is the centre of the course, and it works</a:t>
            </a:r>
          </a:p>
          <a:p>
            <a:r>
              <a:t>much better if you arrive with something you actually care about.</a:t>
            </a:r>
          </a:p>
          <a:p/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here.</a:t>
            </a:r>
          </a:p>
          <a:p/>
          <a:p>
            <a:r>
              <a:t>Common ones:</a:t>
            </a:r>
          </a:p>
          <a:p/>
          <a:p>
            <a:r>
              <a:t>"Isn't 95% pessimistic?" — For a well-defined step, maybe. For a step involving judgment on</a:t>
            </a:r>
          </a:p>
          <a:p>
            <a:r>
              <a:t>messy real input, it's often optimistic. Either way the shape of the curve is the lesson.</a:t>
            </a:r>
          </a:p>
          <a:p/>
          <a:p>
            <a:r>
              <a:t>"What about agents that check their own work?" — Helps, genuinely. But the checker is the same</a:t>
            </a:r>
          </a:p>
          <a:p>
            <a:r>
              <a:t>kind of system with the same lack of a truth mechanism. It reduces error; it doesn't create a</a:t>
            </a:r>
          </a:p>
          <a:p>
            <a:r>
              <a:t>guarantee. Verification still needs something outside the system — week eight.</a:t>
            </a:r>
          </a:p>
          <a:p/>
          <a:p>
            <a:r>
              <a:t>"Can I automate marking / triage / replies?" — Draft, yes. Decide, no. Put yourself before the</a:t>
            </a:r>
          </a:p>
          <a:p>
            <a:r>
              <a:t>thing that reaches a person.</a:t>
            </a:r>
          </a:p>
          <a:p/>
          <a:p>
            <a:r>
              <a:t>"Which automation tool should I use?" — Whichever free one you can reach. The design rules</a:t>
            </a:r>
          </a:p>
          <a:p>
            <a:r>
              <a:t>transfer completely; the interfaces don't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AI Agents and Workflow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Artifact: the Automation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What makes something an agent rather than a chatbot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Planning, tool use, and the termination problem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Demonstration: a three-step automation, working — then failing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arithmetic of compounding error, which is worse than you expect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When an agent is the wrong answer, and a single prompt is better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Build: your own Automation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Agent or Chatbot?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Changes When It Becomes an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A chatbot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You ask, it responds, you read it, you decide what happens next. One step. You are in the loop every single time, whether you want to be or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An agent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It decides what to do, does it, looks at the result, and decides again. Several steps. You see the beginning and the 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What you 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intermediate steps. Every check you were performing without noticing — every moment you read something and thought 'that's not right' — is gone.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Goal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You state an outcome rather than a single instruction.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1659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7147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Plan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It decides what steps are needed — often revising as it goes.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6975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7871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3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Act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It uses a tool: search, read a file, send something, call a service.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291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3187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7779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Observe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It reads the result and decides whether to continue or stop.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3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The loop repeats until it decides it is done — which is a decision it is not especially good at making.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Tool Use — What It Actually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model does not run anything itself. It produces a request, and something else runs it.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writes: search for X · read file Y · send message Z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surrounding system performs the action and hands back the result as text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Two consequences worth holding onto: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Whatever the tool returns enters the context — and is treated as information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If that content contains instructions, they arrive alongside yours. That is Week 12.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An agent's power is exactly the set of tools you connected. Nothing more, and nothing 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Where Agents Fail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Arithmetic of Compounding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Suppose each step is 95% reliable. That sounds good.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3 steps:   0.95 × 0.95 × 0.95   ≈  86% end-to-end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5 steps:   ≈  77%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10 steps:  ≈  60%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20 steps:  ≈  36%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 system where every part is excellent can be a system that mostly fails.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And each step consumes the previous step's output — so an early error is inherited, not averaged 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Three Ways an Agent Fails Badly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Silent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 step produces something wrong but plausible. Nothing errors. The chain continues confidently on bad input and produces a complete, well-formatted, wrong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Wrong stopping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It decides it is finished when it is not — a partial answer delivered as a complete one. Or it never decides it is finished, and loops, elaborating.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Cost and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Each step costs. A loop that does not terminate costs repeatedly. And an agent that acts — sending, posting, writing — can do the wrong thing many times before anyone notices.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Designing Around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Keep the chain short.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Three steps is usually enough to be useful and short enough to inspect. Resist adding a fourth.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Make every step inspectable.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Have it write down what it did at each stage. If you cannot see the middle, you cannot debug the end.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Put the human before anything irreversible.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Drafting, sorting, summarising: automate. Sending, posting, deleting, paying: approve first.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Give it the narrowest tools that do the job.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cannot misuse a capability it does not have. This is the most reliable control you have.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2937"/>
                </a:solidFill>
                <a:latin typeface="Calibri Light"/>
              </a:rPr>
              <a:t>Most tasks people want to automate are better served by one good prompt.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333D4B"/>
                </a:solidFill>
                <a:latin typeface="Calibri"/>
              </a:rPr>
              <a:t>Automation is worth it when the task is genuinely repetitive, and the cost of a mistake is 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Build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IN-CLASS ACTIVITY  ·  20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Build Your Automation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5156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Pick a repetitive task with three natural stages.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Intake → process → format. Read → extract → summarise. Collect → classify → route.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Write each step as a separate instruction, with its own input and output.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Step 2 should not need to know how Step 1 did its job — only what it produced.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Run it. Then deliberately give Step 1 bad input and watch what Step 3 produces.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This is the important part. Note whether anything anywhere signalled a problem.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4.  Write one sentence: where would you put the human?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You Probably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worked on clean input, and felt genuinely impressive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With bad input at step one, step three still produced a confident, well-formatted result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Nothing anywhere said "something is wrong"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output looked exactly as good as the correct one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That is silent failure, and you just built it deliberately.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In real use you would not have known — which is precisely why the human goes before anything irreversible.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Concepts You Must Be Able to Define and Diagnose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637215" cy="4251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814255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Agent vs chatbot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chatbot answers one step with you reading it; an agent takes several steps and you see only the ends. You lose the checks you were performing unconsciously.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loop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Goal → plan → act → observe → repeat until it decides it is done. Termination is a judgment it makes poorly.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Tool use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model requests an action; the surrounding system performs it and returns the result as text into the context.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Compounding error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95% per step is ~60% over ten steps. Errors are inherited by later steps, not averaged away.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Three agent failures · four design rules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Silent failure · wrong stopping point · cost and volume.  Short chains · inspectable steps · human before irreversible actions · narrowest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An agent acts across several steps; you lose the checking you were doing for free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95% per step is about 60% over ten steps — and errors are inherited, not averaged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Silent failure is the characteristic agent problem: wrong input, confident output, no signal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Short chains · inspectable steps · human before anything irreversible · narrowest tools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Most tasks are better served by one good prompt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Building for Your Own Field — you design something end to end for your own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9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